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9559" autoAdjust="0"/>
    <p:restoredTop sz="94660"/>
  </p:normalViewPr>
  <p:slideViewPr>
    <p:cSldViewPr snapToGrid="0">
      <p:cViewPr varScale="1">
        <p:scale>
          <a:sx n="51" d="100"/>
          <a:sy n="51" d="100"/>
        </p:scale>
        <p:origin x="67" y="10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13:20:44.66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0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13:22:01.87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1 24575,'0'0'-8191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C06CC-8989-45E9-9CBA-F4EB43421F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4D2ADB-B322-4A23-8CB8-54C5CA2D1A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1CCBEF-0F95-4D79-9120-8B7184D97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AEE99-BDB4-4A2A-B2E9-74B86D049D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D81FF4-1F21-464C-AB6D-14AD68997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8C222-395E-4647-9B2B-C32F2C623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1B550-A97E-455A-81F5-91FAC710D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66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40393-CD25-4AAD-A4F7-D998AF4D3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11DF6-1729-4466-B11F-45323B9BF5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EE35F4-95B3-4F04-A014-671D533E7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AEE99-BDB4-4A2A-B2E9-74B86D049D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A75B52-3426-40D9-9061-AACD9CAD3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803D1B-68EC-4935-A098-D3E609096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1B550-A97E-455A-81F5-91FAC710D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502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E499F-1EDD-4187-9EAB-060B67A25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EA5567-9E94-4AA3-AB3C-C9BB4D5875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44507-CB1B-45E8-B9BC-4C7FCDAC7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AEE99-BDB4-4A2A-B2E9-74B86D049D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D558E-A1FC-422A-B21A-C387F29B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604C5-6482-4281-9DA2-44FB6B06A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1B550-A97E-455A-81F5-91FAC710D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4379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C1175-F3DA-47A2-961C-7BFBA82C3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FC690-4AC0-4F70-AC75-E831DD5B6B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832B9E-21D0-4A7E-865C-36E7EB8CA7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3B1183-66A7-44BD-A542-82536C112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AEE99-BDB4-4A2A-B2E9-74B86D049D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BCF1BE-2365-4469-8342-2AC3A0FB2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D22835-4005-4901-B74B-1768D23C4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1B550-A97E-455A-81F5-91FAC710D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37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88AD2-B55E-4C4A-9B44-EF0F919A7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933032-D900-49EF-89FB-04E251365A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4F774A-AE30-4AA1-B4E8-61B8D1E6B3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EFF342-DD5A-474A-96D8-1D96EE8152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241F7E-7CC7-40E5-A690-93CFC5E393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188E9E-21D6-4E90-B507-876544FF4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AEE99-BDB4-4A2A-B2E9-74B86D049D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4F36AD-6D50-4404-BA61-FDD365EF9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FA4D96-C7F1-44EC-9067-50352111B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1B550-A97E-455A-81F5-91FAC710D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936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E2544-B01F-4A04-BAE1-75E68ABA6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41B370-C6E4-4F19-A437-687A5A4A6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AEE99-BDB4-4A2A-B2E9-74B86D049D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DA8E5A-FDC8-4C61-B5CE-08FB6934F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63E6EC-10C7-4420-A43D-67A3C5F1B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1B550-A97E-455A-81F5-91FAC710D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596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0EBBAB-9521-4571-8AFB-C384872C5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AEE99-BDB4-4A2A-B2E9-74B86D049D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B87F55-4F38-4E47-A300-58A9CDDB5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2FB973-1CD9-4053-977F-7C41DD64E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1B550-A97E-455A-81F5-91FAC710D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674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AA612-5D41-4BDC-98E8-15EF770A6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1D9FC1-549D-421B-A6F5-1C191F180F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D6D952-B4BB-454A-959F-5993561DEC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32B216-C243-4E32-9665-C19F0EB77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AEE99-BDB4-4A2A-B2E9-74B86D049D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F3F664-8DB2-42D5-BE34-12AC45D6B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CA020A-B863-4E47-85F4-2CC1EB02B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1B550-A97E-455A-81F5-91FAC710D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630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9D3D9-D5DC-4D58-8566-C1721F9DA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FD1ABF-DF47-4F7F-9526-323301095B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BD9E5A-47F3-40F6-B808-65F47D3694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DE865E-1736-4BED-8291-5BAA50248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AEE99-BDB4-4A2A-B2E9-74B86D049D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2CA010-0A80-4215-982B-79D721101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640A04-16C7-41A6-B145-4BB6505B8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1B550-A97E-455A-81F5-91FAC710D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728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D4D18-6291-459F-829C-7F2FFB7E8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560427-CEBE-4C22-9511-CE31FB9348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64319-3D25-4B47-8303-86080C8BC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AEE99-BDB4-4A2A-B2E9-74B86D049D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569AD-2859-4B56-9DF9-DE66B694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1B990-4269-4A38-9602-5681E047F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1B550-A97E-455A-81F5-91FAC710D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4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806A27-0046-40C8-9A52-27491C66B4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E04BBE-7B02-42BE-BD2E-701C50CCB2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B8C23D-B2B7-4EA9-8CF3-49A2039C1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AEE99-BDB4-4A2A-B2E9-74B86D049D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19128-8A07-4674-9FAA-EFC2F9C53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A96E5D-DF47-438F-AB42-09918313A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1B550-A97E-455A-81F5-91FAC710D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645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A8D336-0A7B-48B1-9B30-F3BE17D88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21FB1D-F9B9-417D-9DF5-C9C2839DB5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265AD9-A427-4DF2-B2E4-7BB909E7FE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AEE99-BDB4-4A2A-B2E9-74B86D049D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04746-4729-4FC3-8B13-76FD21E870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BA287-10D9-4DEF-BEE5-1983998D6D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F1B550-A97E-455A-81F5-91FAC710D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390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customXml" Target="../ink/ink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C2D02B6-1145-4799-99DB-44CD02686498}"/>
              </a:ext>
            </a:extLst>
          </p:cNvPr>
          <p:cNvSpPr txBox="1"/>
          <p:nvPr/>
        </p:nvSpPr>
        <p:spPr>
          <a:xfrm>
            <a:off x="3309660" y="406400"/>
            <a:ext cx="55726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Identify</a:t>
            </a:r>
            <a:r>
              <a:rPr lang="en-US" sz="2400" dirty="0"/>
              <a:t> root components of website below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A1E41E-2407-443F-A384-76DD9D204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41" y="1530821"/>
            <a:ext cx="10128738" cy="4450506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718043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476E2A-D8F6-9CDC-05AC-35FD2411D2B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7234" y="1442701"/>
            <a:ext cx="8764310" cy="324058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79F6ADF-6249-1778-B933-68BAEB978598}"/>
              </a:ext>
            </a:extLst>
          </p:cNvPr>
          <p:cNvSpPr/>
          <p:nvPr/>
        </p:nvSpPr>
        <p:spPr>
          <a:xfrm>
            <a:off x="48390" y="1407685"/>
            <a:ext cx="8736037" cy="293305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60E155-0D92-58C7-8605-857548779AF5}"/>
              </a:ext>
            </a:extLst>
          </p:cNvPr>
          <p:cNvSpPr/>
          <p:nvPr/>
        </p:nvSpPr>
        <p:spPr>
          <a:xfrm>
            <a:off x="0" y="1688121"/>
            <a:ext cx="8736037" cy="293305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313F9F-E527-3118-4080-FAB3E9ACE438}"/>
              </a:ext>
            </a:extLst>
          </p:cNvPr>
          <p:cNvSpPr/>
          <p:nvPr/>
        </p:nvSpPr>
        <p:spPr>
          <a:xfrm>
            <a:off x="0" y="1983592"/>
            <a:ext cx="8736037" cy="284162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A8DBC9-FA7D-F506-9A29-BB3D90E11FCA}"/>
              </a:ext>
            </a:extLst>
          </p:cNvPr>
          <p:cNvSpPr/>
          <p:nvPr/>
        </p:nvSpPr>
        <p:spPr>
          <a:xfrm>
            <a:off x="9161063" y="1242251"/>
            <a:ext cx="2785403" cy="36279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896180-E723-218A-142E-5576DC6B8CF3}"/>
              </a:ext>
            </a:extLst>
          </p:cNvPr>
          <p:cNvSpPr/>
          <p:nvPr/>
        </p:nvSpPr>
        <p:spPr>
          <a:xfrm>
            <a:off x="9161063" y="1197281"/>
            <a:ext cx="2785403" cy="490840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nav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CFDC6F-D4D6-0F3B-0630-1D9F1C33A262}"/>
              </a:ext>
            </a:extLst>
          </p:cNvPr>
          <p:cNvSpPr/>
          <p:nvPr/>
        </p:nvSpPr>
        <p:spPr>
          <a:xfrm>
            <a:off x="9161062" y="1670397"/>
            <a:ext cx="2785403" cy="369332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header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F8646DB-A5EA-A0FC-01F6-E5B8D68CDE60}"/>
              </a:ext>
            </a:extLst>
          </p:cNvPr>
          <p:cNvCxnSpPr>
            <a:cxnSpLocks/>
          </p:cNvCxnSpPr>
          <p:nvPr/>
        </p:nvCxnSpPr>
        <p:spPr>
          <a:xfrm>
            <a:off x="8950047" y="1071209"/>
            <a:ext cx="0" cy="59918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7EF7DE6-5017-37B5-7EE3-302E7C022AEA}"/>
              </a:ext>
            </a:extLst>
          </p:cNvPr>
          <p:cNvCxnSpPr>
            <a:cxnSpLocks/>
          </p:cNvCxnSpPr>
          <p:nvPr/>
        </p:nvCxnSpPr>
        <p:spPr>
          <a:xfrm>
            <a:off x="8938324" y="1688121"/>
            <a:ext cx="11722" cy="2933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B613AB5-C2E0-BAE2-5B9D-6494E23AEA92}"/>
              </a:ext>
            </a:extLst>
          </p:cNvPr>
          <p:cNvCxnSpPr>
            <a:cxnSpLocks/>
          </p:cNvCxnSpPr>
          <p:nvPr/>
        </p:nvCxnSpPr>
        <p:spPr>
          <a:xfrm>
            <a:off x="8950046" y="2039729"/>
            <a:ext cx="1" cy="27854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C4E39AD-64A4-A81D-28AB-B8500CFF2740}"/>
              </a:ext>
            </a:extLst>
          </p:cNvPr>
          <p:cNvSpPr txBox="1"/>
          <p:nvPr/>
        </p:nvSpPr>
        <p:spPr>
          <a:xfrm>
            <a:off x="9242854" y="1700990"/>
            <a:ext cx="787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Flex: 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8D41DD-4002-18AD-DFB2-046AE7D6F3A5}"/>
              </a:ext>
            </a:extLst>
          </p:cNvPr>
          <p:cNvSpPr txBox="1"/>
          <p:nvPr/>
        </p:nvSpPr>
        <p:spPr>
          <a:xfrm>
            <a:off x="9242854" y="1197281"/>
            <a:ext cx="787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Flex: 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45E768-D285-F3A9-4EFF-01AEBB0686DE}"/>
              </a:ext>
            </a:extLst>
          </p:cNvPr>
          <p:cNvSpPr txBox="1"/>
          <p:nvPr/>
        </p:nvSpPr>
        <p:spPr>
          <a:xfrm>
            <a:off x="9242855" y="3166584"/>
            <a:ext cx="787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Flex: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971C65-1458-A498-439F-6BE39D4BE085}"/>
              </a:ext>
            </a:extLst>
          </p:cNvPr>
          <p:cNvSpPr txBox="1"/>
          <p:nvPr/>
        </p:nvSpPr>
        <p:spPr>
          <a:xfrm>
            <a:off x="196093" y="304339"/>
            <a:ext cx="969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Root</a:t>
            </a:r>
            <a:r>
              <a:rPr lang="en-US" dirty="0"/>
              <a:t> div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F7E6F3-6DD7-41AB-97C5-C66C2CFF05EE}"/>
              </a:ext>
            </a:extLst>
          </p:cNvPr>
          <p:cNvSpPr txBox="1"/>
          <p:nvPr/>
        </p:nvSpPr>
        <p:spPr>
          <a:xfrm>
            <a:off x="509359" y="664278"/>
            <a:ext cx="16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Height: 100vh</a:t>
            </a:r>
          </a:p>
        </p:txBody>
      </p:sp>
    </p:spTree>
    <p:extLst>
      <p:ext uri="{BB962C8B-B14F-4D97-AF65-F5344CB8AC3E}">
        <p14:creationId xmlns:p14="http://schemas.microsoft.com/office/powerpoint/2010/main" val="3483976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B4669F9-1FBF-443C-0F48-395992CE4550}"/>
                  </a:ext>
                </a:extLst>
              </p14:cNvPr>
              <p14:cNvContentPartPr/>
              <p14:nvPr/>
            </p14:nvContentPartPr>
            <p14:xfrm>
              <a:off x="6310818" y="-854575"/>
              <a:ext cx="360" cy="3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B4669F9-1FBF-443C-0F48-395992CE455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06498" y="-858895"/>
                <a:ext cx="9000" cy="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41BCC7A8-C0EE-A6D0-8B67-915806C26F0A}"/>
                  </a:ext>
                </a:extLst>
              </p14:cNvPr>
              <p14:cNvContentPartPr/>
              <p14:nvPr/>
            </p14:nvContentPartPr>
            <p14:xfrm>
              <a:off x="6385698" y="-944575"/>
              <a:ext cx="360" cy="3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41BCC7A8-C0EE-A6D0-8B67-915806C26F0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81378" y="-948895"/>
                <a:ext cx="9000" cy="9000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84C0CF8B-7D56-E89F-D2A5-1BE5C42260E7}"/>
              </a:ext>
            </a:extLst>
          </p:cNvPr>
          <p:cNvSpPr txBox="1"/>
          <p:nvPr/>
        </p:nvSpPr>
        <p:spPr>
          <a:xfrm>
            <a:off x="9098793" y="2068618"/>
            <a:ext cx="849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header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8AB1A1-2234-7209-36BD-E4A102C8BCC2}"/>
              </a:ext>
            </a:extLst>
          </p:cNvPr>
          <p:cNvSpPr txBox="1"/>
          <p:nvPr/>
        </p:nvSpPr>
        <p:spPr>
          <a:xfrm>
            <a:off x="9098793" y="4212233"/>
            <a:ext cx="936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Content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3D3B7D-16CD-82B0-DF5C-41B0384FCD4E}"/>
              </a:ext>
            </a:extLst>
          </p:cNvPr>
          <p:cNvSpPr/>
          <p:nvPr/>
        </p:nvSpPr>
        <p:spPr>
          <a:xfrm>
            <a:off x="8612117" y="1980373"/>
            <a:ext cx="2785403" cy="36279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content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30775D1-C2AF-0161-23D0-05D358B425B5}"/>
              </a:ext>
            </a:extLst>
          </p:cNvPr>
          <p:cNvSpPr/>
          <p:nvPr/>
        </p:nvSpPr>
        <p:spPr>
          <a:xfrm>
            <a:off x="8612117" y="1574052"/>
            <a:ext cx="2785403" cy="490840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nav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C106B7-B741-ECBB-4AA3-34942A0EC847}"/>
              </a:ext>
            </a:extLst>
          </p:cNvPr>
          <p:cNvSpPr/>
          <p:nvPr/>
        </p:nvSpPr>
        <p:spPr>
          <a:xfrm>
            <a:off x="8612118" y="2042335"/>
            <a:ext cx="2785403" cy="369332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header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C6A013-945D-288A-ADEA-B8EB9FE53D21}"/>
              </a:ext>
            </a:extLst>
          </p:cNvPr>
          <p:cNvSpPr txBox="1"/>
          <p:nvPr/>
        </p:nvSpPr>
        <p:spPr>
          <a:xfrm>
            <a:off x="8612116" y="2016052"/>
            <a:ext cx="787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Flex: 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8709A1-9E94-EE73-2288-C0519A2888C5}"/>
              </a:ext>
            </a:extLst>
          </p:cNvPr>
          <p:cNvSpPr txBox="1"/>
          <p:nvPr/>
        </p:nvSpPr>
        <p:spPr>
          <a:xfrm>
            <a:off x="8612115" y="1597900"/>
            <a:ext cx="787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Flex: 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6EA0D2-C677-E548-88F5-2808D9FB1EB8}"/>
              </a:ext>
            </a:extLst>
          </p:cNvPr>
          <p:cNvSpPr txBox="1"/>
          <p:nvPr/>
        </p:nvSpPr>
        <p:spPr>
          <a:xfrm>
            <a:off x="8612116" y="2607039"/>
            <a:ext cx="787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Flex: 1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230F4D8-AAFF-47AA-8BC9-5BF1ACA7FE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285" y="1684719"/>
            <a:ext cx="7253654" cy="318742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D96A9D9-7C2A-451F-4F46-1215B22E66A4}"/>
              </a:ext>
            </a:extLst>
          </p:cNvPr>
          <p:cNvSpPr/>
          <p:nvPr/>
        </p:nvSpPr>
        <p:spPr>
          <a:xfrm>
            <a:off x="465869" y="1971605"/>
            <a:ext cx="7244070" cy="1058568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C1A0277-F5E9-03F6-26C1-10CF11FAC5C9}"/>
              </a:ext>
            </a:extLst>
          </p:cNvPr>
          <p:cNvSpPr/>
          <p:nvPr/>
        </p:nvSpPr>
        <p:spPr>
          <a:xfrm>
            <a:off x="447709" y="1676826"/>
            <a:ext cx="7253654" cy="286886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E006088-465D-EE3F-51DD-33DA4859BFFC}"/>
              </a:ext>
            </a:extLst>
          </p:cNvPr>
          <p:cNvSpPr/>
          <p:nvPr/>
        </p:nvSpPr>
        <p:spPr>
          <a:xfrm>
            <a:off x="456283" y="3038066"/>
            <a:ext cx="7253653" cy="1834076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099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097DB-5FFC-DDFE-69C4-A89A730B0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2316" y="3552669"/>
            <a:ext cx="11769776" cy="1127476"/>
          </a:xfrm>
          <a:solidFill>
            <a:schemeClr val="accent4"/>
          </a:solidFill>
        </p:spPr>
        <p:txBody>
          <a:bodyPr/>
          <a:lstStyle/>
          <a:p>
            <a:r>
              <a:rPr lang="en-US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3D3FC2-8B16-A635-A3AC-C8A2769E8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316" y="1852981"/>
            <a:ext cx="11769776" cy="549464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6EC0EB8-8A09-FC1B-380C-DDBCA4A9AF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245900"/>
              </p:ext>
            </p:extLst>
          </p:nvPr>
        </p:nvGraphicFramePr>
        <p:xfrm>
          <a:off x="269823" y="3537679"/>
          <a:ext cx="1903751" cy="1154242"/>
        </p:xfrm>
        <a:graphic>
          <a:graphicData uri="http://schemas.openxmlformats.org/drawingml/2006/table">
            <a:tbl>
              <a:tblPr/>
              <a:tblGrid>
                <a:gridCol w="1903751">
                  <a:extLst>
                    <a:ext uri="{9D8B030D-6E8A-4147-A177-3AD203B41FA5}">
                      <a16:colId xmlns:a16="http://schemas.microsoft.com/office/drawing/2014/main" val="2463135390"/>
                    </a:ext>
                  </a:extLst>
                </a:gridCol>
              </a:tblGrid>
              <a:tr h="1154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2131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8C29BF1-B067-50E8-81A7-017DF2E64D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4094030"/>
              </p:ext>
            </p:extLst>
          </p:nvPr>
        </p:nvGraphicFramePr>
        <p:xfrm>
          <a:off x="4604479" y="3552669"/>
          <a:ext cx="2995534" cy="1154242"/>
        </p:xfrm>
        <a:graphic>
          <a:graphicData uri="http://schemas.openxmlformats.org/drawingml/2006/table">
            <a:tbl>
              <a:tblPr/>
              <a:tblGrid>
                <a:gridCol w="2995534">
                  <a:extLst>
                    <a:ext uri="{9D8B030D-6E8A-4147-A177-3AD203B41FA5}">
                      <a16:colId xmlns:a16="http://schemas.microsoft.com/office/drawing/2014/main" val="2463135390"/>
                    </a:ext>
                  </a:extLst>
                </a:gridCol>
              </a:tblGrid>
              <a:tr h="1154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2131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5B781F4-7703-4C77-C9F9-E38BEA46B5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0431561"/>
              </p:ext>
            </p:extLst>
          </p:nvPr>
        </p:nvGraphicFramePr>
        <p:xfrm>
          <a:off x="10160834" y="3537679"/>
          <a:ext cx="1903751" cy="1154242"/>
        </p:xfrm>
        <a:graphic>
          <a:graphicData uri="http://schemas.openxmlformats.org/drawingml/2006/table">
            <a:tbl>
              <a:tblPr/>
              <a:tblGrid>
                <a:gridCol w="1903751">
                  <a:extLst>
                    <a:ext uri="{9D8B030D-6E8A-4147-A177-3AD203B41FA5}">
                      <a16:colId xmlns:a16="http://schemas.microsoft.com/office/drawing/2014/main" val="2463135390"/>
                    </a:ext>
                  </a:extLst>
                </a:gridCol>
              </a:tblGrid>
              <a:tr h="1154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21319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B38047DA-9762-B598-82BA-B255F2C6A6B9}"/>
              </a:ext>
            </a:extLst>
          </p:cNvPr>
          <p:cNvSpPr txBox="1"/>
          <p:nvPr/>
        </p:nvSpPr>
        <p:spPr>
          <a:xfrm>
            <a:off x="782314" y="3930134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Subject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FD39FD-DBB3-F4B1-0FE0-F2A1EECAC815}"/>
              </a:ext>
            </a:extLst>
          </p:cNvPr>
          <p:cNvSpPr txBox="1"/>
          <p:nvPr/>
        </p:nvSpPr>
        <p:spPr>
          <a:xfrm>
            <a:off x="5787710" y="3945124"/>
            <a:ext cx="6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Item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CAAD4D-AD5E-AA8F-5629-E2F2FC16286E}"/>
              </a:ext>
            </a:extLst>
          </p:cNvPr>
          <p:cNvSpPr txBox="1"/>
          <p:nvPr/>
        </p:nvSpPr>
        <p:spPr>
          <a:xfrm>
            <a:off x="10658007" y="3930134"/>
            <a:ext cx="793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Profile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6569E5-C34A-716F-3E8D-8F0D606597CE}"/>
              </a:ext>
            </a:extLst>
          </p:cNvPr>
          <p:cNvSpPr/>
          <p:nvPr/>
        </p:nvSpPr>
        <p:spPr>
          <a:xfrm>
            <a:off x="269823" y="1852980"/>
            <a:ext cx="11794762" cy="695347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D9B0E7-1D45-431C-5F48-6A4995D1A45B}"/>
              </a:ext>
            </a:extLst>
          </p:cNvPr>
          <p:cNvCxnSpPr/>
          <p:nvPr/>
        </p:nvCxnSpPr>
        <p:spPr>
          <a:xfrm>
            <a:off x="1843790" y="1852981"/>
            <a:ext cx="0" cy="740317"/>
          </a:xfrm>
          <a:prstGeom prst="line">
            <a:avLst/>
          </a:prstGeom>
          <a:ln w="19050" cap="flat" cmpd="sng" algn="ctr">
            <a:solidFill>
              <a:srgbClr val="C0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BD2057-1AA0-96E2-B57F-F1D6A92DAC3B}"/>
              </a:ext>
            </a:extLst>
          </p:cNvPr>
          <p:cNvCxnSpPr/>
          <p:nvPr/>
        </p:nvCxnSpPr>
        <p:spPr>
          <a:xfrm>
            <a:off x="7600013" y="1852981"/>
            <a:ext cx="0" cy="740317"/>
          </a:xfrm>
          <a:prstGeom prst="line">
            <a:avLst/>
          </a:prstGeom>
          <a:ln w="19050" cap="flat" cmpd="sng" algn="ctr">
            <a:solidFill>
              <a:srgbClr val="C0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3F5631E-0FC8-1250-FCFB-16AC5BECF9E2}"/>
              </a:ext>
            </a:extLst>
          </p:cNvPr>
          <p:cNvCxnSpPr/>
          <p:nvPr/>
        </p:nvCxnSpPr>
        <p:spPr>
          <a:xfrm>
            <a:off x="4454577" y="1852981"/>
            <a:ext cx="0" cy="740317"/>
          </a:xfrm>
          <a:prstGeom prst="line">
            <a:avLst/>
          </a:prstGeom>
          <a:ln w="19050" cap="flat" cmpd="sng" algn="ctr">
            <a:solidFill>
              <a:srgbClr val="C0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D51D79F-E608-08A6-F142-B0FEED7FBEC7}"/>
              </a:ext>
            </a:extLst>
          </p:cNvPr>
          <p:cNvCxnSpPr/>
          <p:nvPr/>
        </p:nvCxnSpPr>
        <p:spPr>
          <a:xfrm>
            <a:off x="10795417" y="1852981"/>
            <a:ext cx="0" cy="740317"/>
          </a:xfrm>
          <a:prstGeom prst="line">
            <a:avLst/>
          </a:prstGeom>
          <a:ln w="19050" cap="flat" cmpd="sng" algn="ctr">
            <a:solidFill>
              <a:srgbClr val="C0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37219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019F0A4-A005-8622-4AB3-83F9E2ABA660}"/>
              </a:ext>
            </a:extLst>
          </p:cNvPr>
          <p:cNvSpPr/>
          <p:nvPr/>
        </p:nvSpPr>
        <p:spPr>
          <a:xfrm>
            <a:off x="345398" y="1505305"/>
            <a:ext cx="2769433" cy="695347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471BFF-983C-C239-0AF8-B3E734D666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" r="79009" b="731"/>
          <a:stretch/>
        </p:blipFill>
        <p:spPr>
          <a:xfrm>
            <a:off x="492177" y="1580255"/>
            <a:ext cx="2475874" cy="545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01484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C8394-7F0B-EA64-5DF7-FA63F8FF7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2E060-67A3-8724-293B-776D1AA85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94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CB85B-FBFC-2E1B-A46E-1763DC2D2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B1C5B6-A2DC-B419-0B60-C5B6BCDA1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1749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00D5D-439D-A4E7-2203-596C9D93E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FD184-2D18-12B7-5522-209AA90EBE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070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4C407-A994-0238-DD2D-3A0C7CBBD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C4F3DB-83A6-7D7C-A97D-DE5CA189B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4650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A17E7-22F7-E1D9-C406-B69B5D024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12F25-87DC-C0ED-55C4-888CF004FD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455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6F7B6-C5C3-5C37-1089-66D0CEF2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06E54B-9898-950D-F7B0-18CC9481C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197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04946-8834-548D-E79B-78B43869B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C9292-135D-A420-C175-B8E5ECAA1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5986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A38FA-29FE-A7E1-B857-D0F64EAFF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0BD946-E16D-0826-3C1F-DD58645BA1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125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2376B-BB49-BE0A-4A0D-6CCB5DF54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773A2-1F97-C96A-EFF0-D040D1A21A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45917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42</Words>
  <Application>Microsoft Office PowerPoint</Application>
  <PresentationFormat>Widescreen</PresentationFormat>
  <Paragraphs>21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Ronan Ogor</dc:creator>
  <cp:lastModifiedBy>SO Channolly</cp:lastModifiedBy>
  <cp:revision>2</cp:revision>
  <dcterms:created xsi:type="dcterms:W3CDTF">2024-08-04T11:27:57Z</dcterms:created>
  <dcterms:modified xsi:type="dcterms:W3CDTF">2025-11-04T15:20:56Z</dcterms:modified>
</cp:coreProperties>
</file>