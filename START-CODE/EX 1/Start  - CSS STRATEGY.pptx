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9559" autoAdjust="0"/>
    <p:restoredTop sz="94660"/>
  </p:normalViewPr>
  <p:slideViewPr>
    <p:cSldViewPr snapToGrid="0">
      <p:cViewPr>
        <p:scale>
          <a:sx n="75" d="100"/>
          <a:sy n="75" d="100"/>
        </p:scale>
        <p:origin x="43" y="46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13:20:44.66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13:22:01.87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24575,'0'0'-8191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C06CC-8989-45E9-9CBA-F4EB43421F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4D2ADB-B322-4A23-8CB8-54C5CA2D1A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1CCBEF-0F95-4D79-9120-8B7184D97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D81FF4-1F21-464C-AB6D-14AD68997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28C222-395E-4647-9B2B-C32F2C623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66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40393-CD25-4AAD-A4F7-D998AF4D3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11DF6-1729-4466-B11F-45323B9BF5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EE35F4-95B3-4F04-A014-671D533E7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A75B52-3426-40D9-9061-AACD9CAD3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803D1B-68EC-4935-A098-D3E609096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502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E499F-1EDD-4187-9EAB-060B67A25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EA5567-9E94-4AA3-AB3C-C9BB4D5875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44507-CB1B-45E8-B9BC-4C7FCDAC7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7D558E-A1FC-422A-B21A-C387F29B1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E604C5-6482-4281-9DA2-44FB6B06A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437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C1175-F3DA-47A2-961C-7BFBA82C3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FC690-4AC0-4F70-AC75-E831DD5B6B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832B9E-21D0-4A7E-865C-36E7EB8CA7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B1183-66A7-44BD-A542-82536C112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BCF1BE-2365-4469-8342-2AC3A0FB2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D22835-4005-4901-B74B-1768D23C4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374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88AD2-B55E-4C4A-9B44-EF0F919A7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33032-D900-49EF-89FB-04E251365A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4F774A-AE30-4AA1-B4E8-61B8D1E6B3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EFF342-DD5A-474A-96D8-1D96EE8152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241F7E-7CC7-40E5-A690-93CFC5E393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188E9E-21D6-4E90-B507-876544FF4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4F36AD-6D50-4404-BA61-FDD365EF9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FA4D96-C7F1-44EC-9067-50352111B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936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E2544-B01F-4A04-BAE1-75E68ABA6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41B370-C6E4-4F19-A437-687A5A4A6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DA8E5A-FDC8-4C61-B5CE-08FB6934F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63E6EC-10C7-4420-A43D-67A3C5F1B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596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0EBBAB-9521-4571-8AFB-C384872C5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B87F55-4F38-4E47-A300-58A9CDDB5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2FB973-1CD9-4053-977F-7C41DD64E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674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AA612-5D41-4BDC-98E8-15EF770A6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D9FC1-549D-421B-A6F5-1C191F180F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D6D952-B4BB-454A-959F-5993561DEC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32B216-C243-4E32-9665-C19F0EB77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F3F664-8DB2-42D5-BE34-12AC45D6B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CA020A-B863-4E47-85F4-2CC1EB02B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630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9D3D9-D5DC-4D58-8566-C1721F9DA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FD1ABF-DF47-4F7F-9526-323301095B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BD9E5A-47F3-40F6-B808-65F47D3694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DE865E-1736-4BED-8291-5BAA50248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2CA010-0A80-4215-982B-79D721101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640A04-16C7-41A6-B145-4BB6505B8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728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D4D18-6291-459F-829C-7F2FFB7E8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560427-CEBE-4C22-9511-CE31FB9348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64319-3D25-4B47-8303-86080C8BC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569AD-2859-4B56-9DF9-DE66B6948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1B990-4269-4A38-9602-5681E047F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4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806A27-0046-40C8-9A52-27491C66B4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E04BBE-7B02-42BE-BD2E-701C50CCB2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B8C23D-B2B7-4EA9-8CF3-49A2039C1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F19128-8A07-4674-9FAA-EFC2F9C53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96E5D-DF47-438F-AB42-09918313A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645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A8D336-0A7B-48B1-9B30-F3BE17D88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21FB1D-F9B9-417D-9DF5-C9C2839DB5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265AD9-A427-4DF2-B2E4-7BB909E7FE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FAEE99-BDB4-4A2A-B2E9-74B86D049DCB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704746-4729-4FC3-8B13-76FD21E870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EBA287-10D9-4DEF-BEE5-1983998D6D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390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customXml" Target="../ink/ink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6.png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C2D02B6-1145-4799-99DB-44CD02686498}"/>
              </a:ext>
            </a:extLst>
          </p:cNvPr>
          <p:cNvSpPr txBox="1"/>
          <p:nvPr/>
        </p:nvSpPr>
        <p:spPr>
          <a:xfrm>
            <a:off x="3309660" y="406400"/>
            <a:ext cx="55726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Identify</a:t>
            </a:r>
            <a:r>
              <a:rPr lang="en-US" sz="2400" dirty="0"/>
              <a:t> root components of website below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A1E41E-2407-443F-A384-76DD9D2043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441" y="1530821"/>
            <a:ext cx="10128738" cy="4450506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718043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3476E2A-D8F6-9CDC-05AC-35FD2411D2B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7234" y="1442701"/>
            <a:ext cx="8764310" cy="324058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79F6ADF-6249-1778-B933-68BAEB978598}"/>
              </a:ext>
            </a:extLst>
          </p:cNvPr>
          <p:cNvSpPr/>
          <p:nvPr/>
        </p:nvSpPr>
        <p:spPr>
          <a:xfrm>
            <a:off x="48390" y="1407685"/>
            <a:ext cx="8736037" cy="293305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260E155-0D92-58C7-8605-857548779AF5}"/>
              </a:ext>
            </a:extLst>
          </p:cNvPr>
          <p:cNvSpPr/>
          <p:nvPr/>
        </p:nvSpPr>
        <p:spPr>
          <a:xfrm>
            <a:off x="0" y="1688121"/>
            <a:ext cx="8736037" cy="293305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313F9F-E527-3118-4080-FAB3E9ACE438}"/>
              </a:ext>
            </a:extLst>
          </p:cNvPr>
          <p:cNvSpPr/>
          <p:nvPr/>
        </p:nvSpPr>
        <p:spPr>
          <a:xfrm>
            <a:off x="0" y="1983592"/>
            <a:ext cx="8736037" cy="284162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A8DBC9-FA7D-F506-9A29-BB3D90E11FCA}"/>
              </a:ext>
            </a:extLst>
          </p:cNvPr>
          <p:cNvSpPr/>
          <p:nvPr/>
        </p:nvSpPr>
        <p:spPr>
          <a:xfrm>
            <a:off x="9161063" y="1242251"/>
            <a:ext cx="2785403" cy="36279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896180-E723-218A-142E-5576DC6B8CF3}"/>
              </a:ext>
            </a:extLst>
          </p:cNvPr>
          <p:cNvSpPr/>
          <p:nvPr/>
        </p:nvSpPr>
        <p:spPr>
          <a:xfrm>
            <a:off x="9161063" y="1197281"/>
            <a:ext cx="2785403" cy="49084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nav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CFDC6F-D4D6-0F3B-0630-1D9F1C33A262}"/>
              </a:ext>
            </a:extLst>
          </p:cNvPr>
          <p:cNvSpPr/>
          <p:nvPr/>
        </p:nvSpPr>
        <p:spPr>
          <a:xfrm>
            <a:off x="9161062" y="1670397"/>
            <a:ext cx="2785403" cy="36933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header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F8646DB-A5EA-A0FC-01F6-E5B8D68CDE60}"/>
              </a:ext>
            </a:extLst>
          </p:cNvPr>
          <p:cNvCxnSpPr>
            <a:cxnSpLocks/>
          </p:cNvCxnSpPr>
          <p:nvPr/>
        </p:nvCxnSpPr>
        <p:spPr>
          <a:xfrm>
            <a:off x="8950047" y="1071209"/>
            <a:ext cx="0" cy="59918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7EF7DE6-5017-37B5-7EE3-302E7C022AEA}"/>
              </a:ext>
            </a:extLst>
          </p:cNvPr>
          <p:cNvCxnSpPr>
            <a:cxnSpLocks/>
          </p:cNvCxnSpPr>
          <p:nvPr/>
        </p:nvCxnSpPr>
        <p:spPr>
          <a:xfrm>
            <a:off x="8938324" y="1688121"/>
            <a:ext cx="11722" cy="29330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B613AB5-C2E0-BAE2-5B9D-6494E23AEA92}"/>
              </a:ext>
            </a:extLst>
          </p:cNvPr>
          <p:cNvCxnSpPr>
            <a:cxnSpLocks/>
          </p:cNvCxnSpPr>
          <p:nvPr/>
        </p:nvCxnSpPr>
        <p:spPr>
          <a:xfrm>
            <a:off x="8950046" y="2039729"/>
            <a:ext cx="1" cy="278548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C4E39AD-64A4-A81D-28AB-B8500CFF2740}"/>
              </a:ext>
            </a:extLst>
          </p:cNvPr>
          <p:cNvSpPr txBox="1"/>
          <p:nvPr/>
        </p:nvSpPr>
        <p:spPr>
          <a:xfrm>
            <a:off x="9242854" y="1700990"/>
            <a:ext cx="787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Flex: 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8D41DD-4002-18AD-DFB2-046AE7D6F3A5}"/>
              </a:ext>
            </a:extLst>
          </p:cNvPr>
          <p:cNvSpPr txBox="1"/>
          <p:nvPr/>
        </p:nvSpPr>
        <p:spPr>
          <a:xfrm>
            <a:off x="9242854" y="1197281"/>
            <a:ext cx="787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Flex: 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45E768-D285-F3A9-4EFF-01AEBB0686DE}"/>
              </a:ext>
            </a:extLst>
          </p:cNvPr>
          <p:cNvSpPr txBox="1"/>
          <p:nvPr/>
        </p:nvSpPr>
        <p:spPr>
          <a:xfrm>
            <a:off x="9242855" y="3166584"/>
            <a:ext cx="787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Flex: 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A971C65-1458-A498-439F-6BE39D4BE085}"/>
              </a:ext>
            </a:extLst>
          </p:cNvPr>
          <p:cNvSpPr txBox="1"/>
          <p:nvPr/>
        </p:nvSpPr>
        <p:spPr>
          <a:xfrm>
            <a:off x="196093" y="304339"/>
            <a:ext cx="969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Root</a:t>
            </a:r>
            <a:r>
              <a:rPr lang="en-US" dirty="0"/>
              <a:t> div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6F7E6F3-6DD7-41AB-97C5-C66C2CFF05EE}"/>
              </a:ext>
            </a:extLst>
          </p:cNvPr>
          <p:cNvSpPr txBox="1"/>
          <p:nvPr/>
        </p:nvSpPr>
        <p:spPr>
          <a:xfrm>
            <a:off x="509359" y="664278"/>
            <a:ext cx="16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 Height: 100vh</a:t>
            </a:r>
          </a:p>
        </p:txBody>
      </p:sp>
    </p:spTree>
    <p:extLst>
      <p:ext uri="{BB962C8B-B14F-4D97-AF65-F5344CB8AC3E}">
        <p14:creationId xmlns:p14="http://schemas.microsoft.com/office/powerpoint/2010/main" val="3483976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B4669F9-1FBF-443C-0F48-395992CE4550}"/>
                  </a:ext>
                </a:extLst>
              </p14:cNvPr>
              <p14:cNvContentPartPr/>
              <p14:nvPr/>
            </p14:nvContentPartPr>
            <p14:xfrm>
              <a:off x="6310818" y="-854575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B4669F9-1FBF-443C-0F48-395992CE455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306498" y="-858895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1BCC7A8-C0EE-A6D0-8B67-915806C26F0A}"/>
                  </a:ext>
                </a:extLst>
              </p14:cNvPr>
              <p14:cNvContentPartPr/>
              <p14:nvPr/>
            </p14:nvContentPartPr>
            <p14:xfrm>
              <a:off x="6385698" y="-944575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1BCC7A8-C0EE-A6D0-8B67-915806C26F0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381378" y="-948895"/>
                <a:ext cx="9000" cy="9000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84C0CF8B-7D56-E89F-D2A5-1BE5C42260E7}"/>
              </a:ext>
            </a:extLst>
          </p:cNvPr>
          <p:cNvSpPr txBox="1"/>
          <p:nvPr/>
        </p:nvSpPr>
        <p:spPr>
          <a:xfrm>
            <a:off x="9098793" y="2068618"/>
            <a:ext cx="8499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header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8AB1A1-2234-7209-36BD-E4A102C8BCC2}"/>
              </a:ext>
            </a:extLst>
          </p:cNvPr>
          <p:cNvSpPr txBox="1"/>
          <p:nvPr/>
        </p:nvSpPr>
        <p:spPr>
          <a:xfrm>
            <a:off x="9098793" y="4212233"/>
            <a:ext cx="936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Content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3D3B7D-16CD-82B0-DF5C-41B0384FCD4E}"/>
              </a:ext>
            </a:extLst>
          </p:cNvPr>
          <p:cNvSpPr/>
          <p:nvPr/>
        </p:nvSpPr>
        <p:spPr>
          <a:xfrm>
            <a:off x="8612117" y="1980373"/>
            <a:ext cx="2785403" cy="36279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content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30775D1-C2AF-0161-23D0-05D358B425B5}"/>
              </a:ext>
            </a:extLst>
          </p:cNvPr>
          <p:cNvSpPr/>
          <p:nvPr/>
        </p:nvSpPr>
        <p:spPr>
          <a:xfrm>
            <a:off x="8612117" y="1574052"/>
            <a:ext cx="2785403" cy="49084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nav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8C106B7-B741-ECBB-4AA3-34942A0EC847}"/>
              </a:ext>
            </a:extLst>
          </p:cNvPr>
          <p:cNvSpPr/>
          <p:nvPr/>
        </p:nvSpPr>
        <p:spPr>
          <a:xfrm>
            <a:off x="8612118" y="2042335"/>
            <a:ext cx="2785403" cy="36933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header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5C6A013-945D-288A-ADEA-B8EB9FE53D21}"/>
              </a:ext>
            </a:extLst>
          </p:cNvPr>
          <p:cNvSpPr txBox="1"/>
          <p:nvPr/>
        </p:nvSpPr>
        <p:spPr>
          <a:xfrm>
            <a:off x="8612116" y="2016052"/>
            <a:ext cx="787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Flex: 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8709A1-9E94-EE73-2288-C0519A2888C5}"/>
              </a:ext>
            </a:extLst>
          </p:cNvPr>
          <p:cNvSpPr txBox="1"/>
          <p:nvPr/>
        </p:nvSpPr>
        <p:spPr>
          <a:xfrm>
            <a:off x="8612115" y="1597900"/>
            <a:ext cx="787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Flex: 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A6EA0D2-C677-E548-88F5-2808D9FB1EB8}"/>
              </a:ext>
            </a:extLst>
          </p:cNvPr>
          <p:cNvSpPr txBox="1"/>
          <p:nvPr/>
        </p:nvSpPr>
        <p:spPr>
          <a:xfrm>
            <a:off x="8612116" y="2607039"/>
            <a:ext cx="787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Flex: 1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230F4D8-AAFF-47AA-8BC9-5BF1ACA7FE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282" y="1706866"/>
            <a:ext cx="7253654" cy="3187423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D96A9D9-7C2A-451F-4F46-1215B22E66A4}"/>
              </a:ext>
            </a:extLst>
          </p:cNvPr>
          <p:cNvSpPr/>
          <p:nvPr/>
        </p:nvSpPr>
        <p:spPr>
          <a:xfrm>
            <a:off x="465869" y="1971605"/>
            <a:ext cx="7244070" cy="1058568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C1A0277-F5E9-03F6-26C1-10CF11FAC5C9}"/>
              </a:ext>
            </a:extLst>
          </p:cNvPr>
          <p:cNvSpPr/>
          <p:nvPr/>
        </p:nvSpPr>
        <p:spPr>
          <a:xfrm>
            <a:off x="447709" y="1676826"/>
            <a:ext cx="7253654" cy="286886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E006088-465D-EE3F-51DD-33DA4859BFFC}"/>
              </a:ext>
            </a:extLst>
          </p:cNvPr>
          <p:cNvSpPr/>
          <p:nvPr/>
        </p:nvSpPr>
        <p:spPr>
          <a:xfrm>
            <a:off x="456283" y="3038066"/>
            <a:ext cx="7253653" cy="1834076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547061-26EB-B00D-0139-1CC894105A80}"/>
              </a:ext>
            </a:extLst>
          </p:cNvPr>
          <p:cNvSpPr txBox="1"/>
          <p:nvPr/>
        </p:nvSpPr>
        <p:spPr>
          <a:xfrm>
            <a:off x="289698" y="33640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_ Main elements</a:t>
            </a:r>
          </a:p>
        </p:txBody>
      </p:sp>
    </p:spTree>
    <p:extLst>
      <p:ext uri="{BB962C8B-B14F-4D97-AF65-F5344CB8AC3E}">
        <p14:creationId xmlns:p14="http://schemas.microsoft.com/office/powerpoint/2010/main" val="535099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097DB-5FFC-DDFE-69C4-A89A730B0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316" y="3552669"/>
            <a:ext cx="11769776" cy="1127476"/>
          </a:xfrm>
          <a:solidFill>
            <a:schemeClr val="accent4"/>
          </a:solidFill>
        </p:spPr>
        <p:txBody>
          <a:bodyPr/>
          <a:lstStyle/>
          <a:p>
            <a:r>
              <a:rPr lang="en-US" dirty="0"/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D3D3FC2-8B16-A635-A3AC-C8A2769E83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316" y="1852981"/>
            <a:ext cx="11769776" cy="549464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6EC0EB8-8A09-FC1B-380C-DDBCA4A9AF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245900"/>
              </p:ext>
            </p:extLst>
          </p:nvPr>
        </p:nvGraphicFramePr>
        <p:xfrm>
          <a:off x="269823" y="3537679"/>
          <a:ext cx="1903751" cy="1154242"/>
        </p:xfrm>
        <a:graphic>
          <a:graphicData uri="http://schemas.openxmlformats.org/drawingml/2006/table">
            <a:tbl>
              <a:tblPr/>
              <a:tblGrid>
                <a:gridCol w="1903751">
                  <a:extLst>
                    <a:ext uri="{9D8B030D-6E8A-4147-A177-3AD203B41FA5}">
                      <a16:colId xmlns:a16="http://schemas.microsoft.com/office/drawing/2014/main" val="2463135390"/>
                    </a:ext>
                  </a:extLst>
                </a:gridCol>
              </a:tblGrid>
              <a:tr h="1154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21319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8C29BF1-B067-50E8-81A7-017DF2E64D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4094030"/>
              </p:ext>
            </p:extLst>
          </p:nvPr>
        </p:nvGraphicFramePr>
        <p:xfrm>
          <a:off x="4604479" y="3552669"/>
          <a:ext cx="2995534" cy="1154242"/>
        </p:xfrm>
        <a:graphic>
          <a:graphicData uri="http://schemas.openxmlformats.org/drawingml/2006/table">
            <a:tbl>
              <a:tblPr/>
              <a:tblGrid>
                <a:gridCol w="2995534">
                  <a:extLst>
                    <a:ext uri="{9D8B030D-6E8A-4147-A177-3AD203B41FA5}">
                      <a16:colId xmlns:a16="http://schemas.microsoft.com/office/drawing/2014/main" val="2463135390"/>
                    </a:ext>
                  </a:extLst>
                </a:gridCol>
              </a:tblGrid>
              <a:tr h="1154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21319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5B781F4-7703-4C77-C9F9-E38BEA46B5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0431561"/>
              </p:ext>
            </p:extLst>
          </p:nvPr>
        </p:nvGraphicFramePr>
        <p:xfrm>
          <a:off x="10160834" y="3537679"/>
          <a:ext cx="1903751" cy="1154242"/>
        </p:xfrm>
        <a:graphic>
          <a:graphicData uri="http://schemas.openxmlformats.org/drawingml/2006/table">
            <a:tbl>
              <a:tblPr/>
              <a:tblGrid>
                <a:gridCol w="1903751">
                  <a:extLst>
                    <a:ext uri="{9D8B030D-6E8A-4147-A177-3AD203B41FA5}">
                      <a16:colId xmlns:a16="http://schemas.microsoft.com/office/drawing/2014/main" val="2463135390"/>
                    </a:ext>
                  </a:extLst>
                </a:gridCol>
              </a:tblGrid>
              <a:tr h="1154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21319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B38047DA-9762-B598-82BA-B255F2C6A6B9}"/>
              </a:ext>
            </a:extLst>
          </p:cNvPr>
          <p:cNvSpPr txBox="1"/>
          <p:nvPr/>
        </p:nvSpPr>
        <p:spPr>
          <a:xfrm>
            <a:off x="782314" y="3930134"/>
            <a:ext cx="878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Subject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FD39FD-DBB3-F4B1-0FE0-F2A1EECAC815}"/>
              </a:ext>
            </a:extLst>
          </p:cNvPr>
          <p:cNvSpPr txBox="1"/>
          <p:nvPr/>
        </p:nvSpPr>
        <p:spPr>
          <a:xfrm>
            <a:off x="5787710" y="3945124"/>
            <a:ext cx="616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Item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4CAAD4D-AD5E-AA8F-5629-E2F2FC16286E}"/>
              </a:ext>
            </a:extLst>
          </p:cNvPr>
          <p:cNvSpPr txBox="1"/>
          <p:nvPr/>
        </p:nvSpPr>
        <p:spPr>
          <a:xfrm>
            <a:off x="10658007" y="3930134"/>
            <a:ext cx="793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Profile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76569E5-C34A-716F-3E8D-8F0D606597CE}"/>
              </a:ext>
            </a:extLst>
          </p:cNvPr>
          <p:cNvSpPr/>
          <p:nvPr/>
        </p:nvSpPr>
        <p:spPr>
          <a:xfrm>
            <a:off x="269823" y="1852980"/>
            <a:ext cx="11794762" cy="695347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9D9B0E7-1D45-431C-5F48-6A4995D1A45B}"/>
              </a:ext>
            </a:extLst>
          </p:cNvPr>
          <p:cNvCxnSpPr/>
          <p:nvPr/>
        </p:nvCxnSpPr>
        <p:spPr>
          <a:xfrm>
            <a:off x="1843790" y="1852981"/>
            <a:ext cx="0" cy="740317"/>
          </a:xfrm>
          <a:prstGeom prst="line">
            <a:avLst/>
          </a:prstGeom>
          <a:ln w="19050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7BD2057-1AA0-96E2-B57F-F1D6A92DAC3B}"/>
              </a:ext>
            </a:extLst>
          </p:cNvPr>
          <p:cNvCxnSpPr/>
          <p:nvPr/>
        </p:nvCxnSpPr>
        <p:spPr>
          <a:xfrm>
            <a:off x="7600013" y="1852981"/>
            <a:ext cx="0" cy="740317"/>
          </a:xfrm>
          <a:prstGeom prst="line">
            <a:avLst/>
          </a:prstGeom>
          <a:ln w="19050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3F5631E-0FC8-1250-FCFB-16AC5BECF9E2}"/>
              </a:ext>
            </a:extLst>
          </p:cNvPr>
          <p:cNvCxnSpPr/>
          <p:nvPr/>
        </p:nvCxnSpPr>
        <p:spPr>
          <a:xfrm>
            <a:off x="4454577" y="1852981"/>
            <a:ext cx="0" cy="740317"/>
          </a:xfrm>
          <a:prstGeom prst="line">
            <a:avLst/>
          </a:prstGeom>
          <a:ln w="19050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D51D79F-E608-08A6-F142-B0FEED7FBEC7}"/>
              </a:ext>
            </a:extLst>
          </p:cNvPr>
          <p:cNvCxnSpPr/>
          <p:nvPr/>
        </p:nvCxnSpPr>
        <p:spPr>
          <a:xfrm>
            <a:off x="10795417" y="1852981"/>
            <a:ext cx="0" cy="740317"/>
          </a:xfrm>
          <a:prstGeom prst="line">
            <a:avLst/>
          </a:prstGeom>
          <a:ln w="19050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49318CB-EFFD-7FC8-1C0D-E729045EE9B6}"/>
              </a:ext>
            </a:extLst>
          </p:cNvPr>
          <p:cNvSpPr txBox="1"/>
          <p:nvPr/>
        </p:nvSpPr>
        <p:spPr>
          <a:xfrm>
            <a:off x="269823" y="55958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_ Navigation bar</a:t>
            </a:r>
          </a:p>
        </p:txBody>
      </p:sp>
    </p:spTree>
    <p:extLst>
      <p:ext uri="{BB962C8B-B14F-4D97-AF65-F5344CB8AC3E}">
        <p14:creationId xmlns:p14="http://schemas.microsoft.com/office/powerpoint/2010/main" val="26337219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019F0A4-A005-8622-4AB3-83F9E2ABA660}"/>
              </a:ext>
            </a:extLst>
          </p:cNvPr>
          <p:cNvSpPr/>
          <p:nvPr/>
        </p:nvSpPr>
        <p:spPr>
          <a:xfrm>
            <a:off x="345398" y="905704"/>
            <a:ext cx="2769433" cy="695347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471BFF-983C-C239-0AF8-B3E734D666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" r="79009" b="731"/>
          <a:stretch/>
        </p:blipFill>
        <p:spPr>
          <a:xfrm>
            <a:off x="492177" y="980654"/>
            <a:ext cx="2475874" cy="545445"/>
          </a:xfrm>
          <a:prstGeom prst="rect">
            <a:avLst/>
          </a:prstGeom>
        </p:spPr>
      </p:pic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0630CBC8-DB72-4095-606C-50D6D1B4C080}"/>
              </a:ext>
            </a:extLst>
          </p:cNvPr>
          <p:cNvCxnSpPr>
            <a:cxnSpLocks/>
          </p:cNvCxnSpPr>
          <p:nvPr/>
        </p:nvCxnSpPr>
        <p:spPr>
          <a:xfrm>
            <a:off x="4840922" y="1771422"/>
            <a:ext cx="54526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483A8C7D-A2DB-69E5-F90D-8E07CCCE3095}"/>
              </a:ext>
            </a:extLst>
          </p:cNvPr>
          <p:cNvCxnSpPr>
            <a:cxnSpLocks/>
          </p:cNvCxnSpPr>
          <p:nvPr/>
        </p:nvCxnSpPr>
        <p:spPr>
          <a:xfrm>
            <a:off x="5403719" y="1771422"/>
            <a:ext cx="169475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DDEF61B-9B6C-0598-93D1-7A83995F238B}"/>
              </a:ext>
            </a:extLst>
          </p:cNvPr>
          <p:cNvSpPr txBox="1"/>
          <p:nvPr/>
        </p:nvSpPr>
        <p:spPr>
          <a:xfrm>
            <a:off x="4840922" y="1808149"/>
            <a:ext cx="5004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1"/>
                </a:solidFill>
              </a:rPr>
              <a:t>flex: 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AA37A7-F719-F959-8115-B21AAAFC2030}"/>
              </a:ext>
            </a:extLst>
          </p:cNvPr>
          <p:cNvSpPr txBox="1"/>
          <p:nvPr/>
        </p:nvSpPr>
        <p:spPr>
          <a:xfrm>
            <a:off x="5894436" y="1808148"/>
            <a:ext cx="5004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1"/>
                </a:solidFill>
              </a:rPr>
              <a:t>flex: 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95192DC-D119-B797-5444-8A260835E9D2}"/>
              </a:ext>
            </a:extLst>
          </p:cNvPr>
          <p:cNvSpPr/>
          <p:nvPr/>
        </p:nvSpPr>
        <p:spPr>
          <a:xfrm>
            <a:off x="4858451" y="872537"/>
            <a:ext cx="545268" cy="72680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bar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E3271A4-99A8-DFE6-9708-1A523AB9E5DD}"/>
              </a:ext>
            </a:extLst>
          </p:cNvPr>
          <p:cNvSpPr/>
          <p:nvPr/>
        </p:nvSpPr>
        <p:spPr>
          <a:xfrm>
            <a:off x="5430664" y="881701"/>
            <a:ext cx="1694754" cy="726807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title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5609F0-2F79-0C8E-B864-0C8C338EE018}"/>
              </a:ext>
            </a:extLst>
          </p:cNvPr>
          <p:cNvSpPr txBox="1"/>
          <p:nvPr/>
        </p:nvSpPr>
        <p:spPr>
          <a:xfrm>
            <a:off x="345398" y="323503"/>
            <a:ext cx="6093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_ Navigation bar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856B48E-FCEA-D264-1C26-5399EF58303D}"/>
              </a:ext>
            </a:extLst>
          </p:cNvPr>
          <p:cNvSpPr txBox="1"/>
          <p:nvPr/>
        </p:nvSpPr>
        <p:spPr>
          <a:xfrm>
            <a:off x="548639" y="2296654"/>
            <a:ext cx="1120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_ item-list</a:t>
            </a:r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ABFB052F-15E8-7D97-4B78-52E8129E75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39" y="2846702"/>
            <a:ext cx="4042611" cy="652034"/>
          </a:xfrm>
          <a:prstGeom prst="rect">
            <a:avLst/>
          </a:prstGeom>
        </p:spPr>
      </p:pic>
      <p:sp>
        <p:nvSpPr>
          <p:cNvPr id="80" name="TextBox 79">
            <a:extLst>
              <a:ext uri="{FF2B5EF4-FFF2-40B4-BE49-F238E27FC236}">
                <a16:creationId xmlns:a16="http://schemas.microsoft.com/office/drawing/2014/main" id="{0A2E8A87-B23E-CF02-0113-4B8DC4713C6E}"/>
              </a:ext>
            </a:extLst>
          </p:cNvPr>
          <p:cNvSpPr txBox="1"/>
          <p:nvPr/>
        </p:nvSpPr>
        <p:spPr>
          <a:xfrm>
            <a:off x="827773" y="2846703"/>
            <a:ext cx="721894" cy="652034"/>
          </a:xfrm>
          <a:prstGeom prst="rect">
            <a:avLst/>
          </a:prstGeom>
          <a:noFill/>
          <a:ln>
            <a:solidFill>
              <a:srgbClr val="FF0000"/>
            </a:solidFill>
            <a:prstDash val="lgDash"/>
          </a:ln>
        </p:spPr>
        <p:txBody>
          <a:bodyPr wrap="square" rtlCol="0">
            <a:spAutoFit/>
          </a:bodyPr>
          <a:lstStyle/>
          <a:p>
            <a:endParaRPr lang="en-US" sz="1200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645FDBC-97AC-7520-55DC-AAD368FFC102}"/>
              </a:ext>
            </a:extLst>
          </p:cNvPr>
          <p:cNvSpPr txBox="1"/>
          <p:nvPr/>
        </p:nvSpPr>
        <p:spPr>
          <a:xfrm>
            <a:off x="1828801" y="2846702"/>
            <a:ext cx="721894" cy="652034"/>
          </a:xfrm>
          <a:prstGeom prst="rect">
            <a:avLst/>
          </a:prstGeom>
          <a:noFill/>
          <a:ln>
            <a:solidFill>
              <a:srgbClr val="FF0000"/>
            </a:solidFill>
            <a:prstDash val="lgDash"/>
          </a:ln>
        </p:spPr>
        <p:txBody>
          <a:bodyPr wrap="square" rtlCol="0">
            <a:spAutoFit/>
          </a:bodyPr>
          <a:lstStyle/>
          <a:p>
            <a:endParaRPr lang="en-US" sz="1200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1C8520E-386E-1725-FD6B-1AD3BB379446}"/>
              </a:ext>
            </a:extLst>
          </p:cNvPr>
          <p:cNvSpPr txBox="1"/>
          <p:nvPr/>
        </p:nvSpPr>
        <p:spPr>
          <a:xfrm>
            <a:off x="2849078" y="2846702"/>
            <a:ext cx="591954" cy="652034"/>
          </a:xfrm>
          <a:prstGeom prst="rect">
            <a:avLst/>
          </a:prstGeom>
          <a:noFill/>
          <a:ln>
            <a:solidFill>
              <a:srgbClr val="FF0000"/>
            </a:solidFill>
            <a:prstDash val="lgDash"/>
          </a:ln>
        </p:spPr>
        <p:txBody>
          <a:bodyPr wrap="square" rtlCol="0">
            <a:spAutoFit/>
          </a:bodyPr>
          <a:lstStyle/>
          <a:p>
            <a:endParaRPr lang="en-US" sz="12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EF820F7-581B-F371-B838-AEE3071D02ED}"/>
              </a:ext>
            </a:extLst>
          </p:cNvPr>
          <p:cNvSpPr txBox="1"/>
          <p:nvPr/>
        </p:nvSpPr>
        <p:spPr>
          <a:xfrm>
            <a:off x="3720164" y="2846702"/>
            <a:ext cx="591954" cy="652034"/>
          </a:xfrm>
          <a:prstGeom prst="rect">
            <a:avLst/>
          </a:prstGeom>
          <a:noFill/>
          <a:ln>
            <a:solidFill>
              <a:srgbClr val="FF0000"/>
            </a:solidFill>
            <a:prstDash val="lgDash"/>
          </a:ln>
        </p:spPr>
        <p:txBody>
          <a:bodyPr wrap="square" rtlCol="0">
            <a:spAutoFit/>
          </a:bodyPr>
          <a:lstStyle/>
          <a:p>
            <a:endParaRPr lang="en-US" sz="1200" dirty="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26A2F231-99C4-1017-12F4-1694A2428D37}"/>
              </a:ext>
            </a:extLst>
          </p:cNvPr>
          <p:cNvSpPr/>
          <p:nvPr/>
        </p:nvSpPr>
        <p:spPr>
          <a:xfrm>
            <a:off x="5045686" y="2813024"/>
            <a:ext cx="4042611" cy="652034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DCFFCAA3-55D0-81EC-4B50-2079B0471E16}"/>
              </a:ext>
            </a:extLst>
          </p:cNvPr>
          <p:cNvSpPr/>
          <p:nvPr/>
        </p:nvSpPr>
        <p:spPr>
          <a:xfrm>
            <a:off x="6325848" y="2813023"/>
            <a:ext cx="721894" cy="652034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item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87EA21A3-58DE-3AF9-DEE1-DA74409A199D}"/>
              </a:ext>
            </a:extLst>
          </p:cNvPr>
          <p:cNvSpPr/>
          <p:nvPr/>
        </p:nvSpPr>
        <p:spPr>
          <a:xfrm>
            <a:off x="7326876" y="2813023"/>
            <a:ext cx="611203" cy="652034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item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2DA080BB-4D8D-32AA-4A64-628585042CF4}"/>
              </a:ext>
            </a:extLst>
          </p:cNvPr>
          <p:cNvSpPr/>
          <p:nvPr/>
        </p:nvSpPr>
        <p:spPr>
          <a:xfrm>
            <a:off x="8207586" y="2813023"/>
            <a:ext cx="601579" cy="652034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item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5C1E9992-3147-8178-592E-4F204CD94BC6}"/>
              </a:ext>
            </a:extLst>
          </p:cNvPr>
          <p:cNvCxnSpPr/>
          <p:nvPr/>
        </p:nvCxnSpPr>
        <p:spPr>
          <a:xfrm>
            <a:off x="5324820" y="3589903"/>
            <a:ext cx="72189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F7CEBD26-A5C4-3AA5-2ACC-59F2CCE81BAA}"/>
              </a:ext>
            </a:extLst>
          </p:cNvPr>
          <p:cNvCxnSpPr/>
          <p:nvPr/>
        </p:nvCxnSpPr>
        <p:spPr>
          <a:xfrm>
            <a:off x="6325848" y="3589903"/>
            <a:ext cx="72189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949DD109-A093-E457-C05A-1E079BA2830B}"/>
              </a:ext>
            </a:extLst>
          </p:cNvPr>
          <p:cNvCxnSpPr>
            <a:cxnSpLocks/>
          </p:cNvCxnSpPr>
          <p:nvPr/>
        </p:nvCxnSpPr>
        <p:spPr>
          <a:xfrm>
            <a:off x="7326876" y="3589903"/>
            <a:ext cx="61120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092FD6AA-C64B-9854-C68D-AF22F0491B87}"/>
              </a:ext>
            </a:extLst>
          </p:cNvPr>
          <p:cNvCxnSpPr>
            <a:cxnSpLocks/>
          </p:cNvCxnSpPr>
          <p:nvPr/>
        </p:nvCxnSpPr>
        <p:spPr>
          <a:xfrm>
            <a:off x="8197962" y="3589903"/>
            <a:ext cx="61120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978B5D61-2FBA-E626-9474-A054180D757E}"/>
              </a:ext>
            </a:extLst>
          </p:cNvPr>
          <p:cNvSpPr txBox="1"/>
          <p:nvPr/>
        </p:nvSpPr>
        <p:spPr>
          <a:xfrm>
            <a:off x="5435538" y="3622668"/>
            <a:ext cx="5004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1"/>
                </a:solidFill>
              </a:rPr>
              <a:t>flex: 0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C5A24DDD-1BFE-7ADD-0CB1-E4AAF6A0705F}"/>
              </a:ext>
            </a:extLst>
          </p:cNvPr>
          <p:cNvSpPr txBox="1"/>
          <p:nvPr/>
        </p:nvSpPr>
        <p:spPr>
          <a:xfrm>
            <a:off x="6436566" y="3622667"/>
            <a:ext cx="5004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1"/>
                </a:solidFill>
              </a:rPr>
              <a:t>flex: 0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38DC12EE-2755-BEBC-D8D8-344C20E4C84E}"/>
              </a:ext>
            </a:extLst>
          </p:cNvPr>
          <p:cNvSpPr txBox="1"/>
          <p:nvPr/>
        </p:nvSpPr>
        <p:spPr>
          <a:xfrm>
            <a:off x="7391873" y="3622666"/>
            <a:ext cx="5004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1"/>
                </a:solidFill>
              </a:rPr>
              <a:t>flex: 0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263A17C-9C58-82DF-4EC3-3E5B8064D0FD}"/>
              </a:ext>
            </a:extLst>
          </p:cNvPr>
          <p:cNvSpPr txBox="1"/>
          <p:nvPr/>
        </p:nvSpPr>
        <p:spPr>
          <a:xfrm>
            <a:off x="8253334" y="3622665"/>
            <a:ext cx="5004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1"/>
                </a:solidFill>
              </a:rPr>
              <a:t>flex: 0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4BE5C1FF-ADE6-9B7E-D8B8-4EF3D89BCF56}"/>
              </a:ext>
            </a:extLst>
          </p:cNvPr>
          <p:cNvSpPr/>
          <p:nvPr/>
        </p:nvSpPr>
        <p:spPr>
          <a:xfrm>
            <a:off x="5324820" y="2810020"/>
            <a:ext cx="721894" cy="652034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item</a:t>
            </a:r>
          </a:p>
        </p:txBody>
      </p:sp>
      <p:pic>
        <p:nvPicPr>
          <p:cNvPr id="112" name="Picture 111">
            <a:extLst>
              <a:ext uri="{FF2B5EF4-FFF2-40B4-BE49-F238E27FC236}">
                <a16:creationId xmlns:a16="http://schemas.microsoft.com/office/drawing/2014/main" id="{10F16858-E65C-B42F-4060-D79313FDF5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219" y="4458196"/>
            <a:ext cx="2479163" cy="960675"/>
          </a:xfrm>
          <a:prstGeom prst="rect">
            <a:avLst/>
          </a:prstGeom>
        </p:spPr>
      </p:pic>
      <p:sp>
        <p:nvSpPr>
          <p:cNvPr id="113" name="TextBox 112">
            <a:extLst>
              <a:ext uri="{FF2B5EF4-FFF2-40B4-BE49-F238E27FC236}">
                <a16:creationId xmlns:a16="http://schemas.microsoft.com/office/drawing/2014/main" id="{7CEE3E22-11ED-3659-25F8-ED85FD8DB19E}"/>
              </a:ext>
            </a:extLst>
          </p:cNvPr>
          <p:cNvSpPr txBox="1"/>
          <p:nvPr/>
        </p:nvSpPr>
        <p:spPr>
          <a:xfrm>
            <a:off x="548639" y="4005443"/>
            <a:ext cx="964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_ profile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E2A8026-AE8B-1946-E03A-D4D1C850A088}"/>
              </a:ext>
            </a:extLst>
          </p:cNvPr>
          <p:cNvSpPr txBox="1"/>
          <p:nvPr/>
        </p:nvSpPr>
        <p:spPr>
          <a:xfrm>
            <a:off x="766080" y="4458196"/>
            <a:ext cx="685681" cy="835828"/>
          </a:xfrm>
          <a:prstGeom prst="rect">
            <a:avLst/>
          </a:prstGeom>
          <a:noFill/>
          <a:ln>
            <a:solidFill>
              <a:srgbClr val="FF0000"/>
            </a:solidFill>
            <a:prstDash val="lgDash"/>
          </a:ln>
        </p:spPr>
        <p:txBody>
          <a:bodyPr wrap="square" rtlCol="0">
            <a:spAutoFit/>
          </a:bodyPr>
          <a:lstStyle/>
          <a:p>
            <a:endParaRPr lang="en-US" sz="1200" dirty="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2AF460C0-5487-71BD-746C-9B1491929018}"/>
              </a:ext>
            </a:extLst>
          </p:cNvPr>
          <p:cNvSpPr txBox="1"/>
          <p:nvPr/>
        </p:nvSpPr>
        <p:spPr>
          <a:xfrm>
            <a:off x="1460782" y="4469894"/>
            <a:ext cx="685681" cy="835828"/>
          </a:xfrm>
          <a:prstGeom prst="rect">
            <a:avLst/>
          </a:prstGeom>
          <a:noFill/>
          <a:ln>
            <a:solidFill>
              <a:srgbClr val="FF0000"/>
            </a:solidFill>
            <a:prstDash val="lgDash"/>
          </a:ln>
        </p:spPr>
        <p:txBody>
          <a:bodyPr wrap="square" rtlCol="0">
            <a:spAutoFit/>
          </a:bodyPr>
          <a:lstStyle/>
          <a:p>
            <a:endParaRPr lang="en-US" sz="1200" dirty="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85A7648C-F99C-8EB3-BBD5-4D319A4A297F}"/>
              </a:ext>
            </a:extLst>
          </p:cNvPr>
          <p:cNvSpPr txBox="1"/>
          <p:nvPr/>
        </p:nvSpPr>
        <p:spPr>
          <a:xfrm>
            <a:off x="2155484" y="4481592"/>
            <a:ext cx="685681" cy="835828"/>
          </a:xfrm>
          <a:prstGeom prst="rect">
            <a:avLst/>
          </a:prstGeom>
          <a:noFill/>
          <a:ln>
            <a:solidFill>
              <a:srgbClr val="FF0000"/>
            </a:solidFill>
            <a:prstDash val="lgDash"/>
          </a:ln>
        </p:spPr>
        <p:txBody>
          <a:bodyPr wrap="square" rtlCol="0">
            <a:spAutoFit/>
          </a:bodyPr>
          <a:lstStyle/>
          <a:p>
            <a:endParaRPr lang="en-US" sz="1200" dirty="0"/>
          </a:p>
        </p:txBody>
      </p: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1C9DD441-D09A-9031-B2B9-05D9451F9D92}"/>
              </a:ext>
            </a:extLst>
          </p:cNvPr>
          <p:cNvCxnSpPr>
            <a:cxnSpLocks/>
          </p:cNvCxnSpPr>
          <p:nvPr/>
        </p:nvCxnSpPr>
        <p:spPr>
          <a:xfrm>
            <a:off x="5053276" y="5523293"/>
            <a:ext cx="68568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5AA492B2-124C-50F2-3BA0-04C5AAD198A3}"/>
              </a:ext>
            </a:extLst>
          </p:cNvPr>
          <p:cNvCxnSpPr>
            <a:cxnSpLocks/>
          </p:cNvCxnSpPr>
          <p:nvPr/>
        </p:nvCxnSpPr>
        <p:spPr>
          <a:xfrm>
            <a:off x="5747978" y="5523293"/>
            <a:ext cx="69470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2EA536CD-DCD5-4D60-A290-9E2A1AEA2CB9}"/>
              </a:ext>
            </a:extLst>
          </p:cNvPr>
          <p:cNvCxnSpPr>
            <a:cxnSpLocks/>
          </p:cNvCxnSpPr>
          <p:nvPr/>
        </p:nvCxnSpPr>
        <p:spPr>
          <a:xfrm>
            <a:off x="6455523" y="5526853"/>
            <a:ext cx="69470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1112A3BF-7E5A-FFA2-0E3F-81BF07711AD2}"/>
              </a:ext>
            </a:extLst>
          </p:cNvPr>
          <p:cNvSpPr txBox="1"/>
          <p:nvPr/>
        </p:nvSpPr>
        <p:spPr>
          <a:xfrm>
            <a:off x="5139466" y="5478901"/>
            <a:ext cx="5004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1"/>
                </a:solidFill>
              </a:rPr>
              <a:t>flex: 0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07EDD404-CC2F-F227-4C07-A67C4269CDBB}"/>
              </a:ext>
            </a:extLst>
          </p:cNvPr>
          <p:cNvSpPr txBox="1"/>
          <p:nvPr/>
        </p:nvSpPr>
        <p:spPr>
          <a:xfrm>
            <a:off x="5847011" y="5465114"/>
            <a:ext cx="5004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1"/>
                </a:solidFill>
              </a:rPr>
              <a:t>flex: 0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D263F7A9-F385-D2ED-2EA7-B9CC87D5F0FD}"/>
              </a:ext>
            </a:extLst>
          </p:cNvPr>
          <p:cNvSpPr txBox="1"/>
          <p:nvPr/>
        </p:nvSpPr>
        <p:spPr>
          <a:xfrm>
            <a:off x="6552645" y="5465113"/>
            <a:ext cx="5004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1"/>
                </a:solidFill>
              </a:rPr>
              <a:t>flex: 0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42F6B5E0-EB99-4FE7-82BD-DD18400BF900}"/>
              </a:ext>
            </a:extLst>
          </p:cNvPr>
          <p:cNvSpPr/>
          <p:nvPr/>
        </p:nvSpPr>
        <p:spPr>
          <a:xfrm>
            <a:off x="5772043" y="4624213"/>
            <a:ext cx="676596" cy="652034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more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6AEC092F-46FB-9A99-A190-972B14960398}"/>
              </a:ext>
            </a:extLst>
          </p:cNvPr>
          <p:cNvSpPr/>
          <p:nvPr/>
        </p:nvSpPr>
        <p:spPr>
          <a:xfrm>
            <a:off x="5068256" y="4624213"/>
            <a:ext cx="672870" cy="652034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setting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815B1A0A-E846-142E-D05D-AF127701C60A}"/>
              </a:ext>
            </a:extLst>
          </p:cNvPr>
          <p:cNvSpPr/>
          <p:nvPr/>
        </p:nvSpPr>
        <p:spPr>
          <a:xfrm>
            <a:off x="6479556" y="4624213"/>
            <a:ext cx="676596" cy="652034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pf-pic</a:t>
            </a:r>
          </a:p>
        </p:txBody>
      </p:sp>
    </p:spTree>
    <p:extLst>
      <p:ext uri="{BB962C8B-B14F-4D97-AF65-F5344CB8AC3E}">
        <p14:creationId xmlns:p14="http://schemas.microsoft.com/office/powerpoint/2010/main" val="17501484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FCB0EE2-0ABE-BACF-2CC7-1772A5FDC3C8}"/>
              </a:ext>
            </a:extLst>
          </p:cNvPr>
          <p:cNvSpPr txBox="1"/>
          <p:nvPr/>
        </p:nvSpPr>
        <p:spPr>
          <a:xfrm>
            <a:off x="304801" y="348343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_ header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B7993F-33B9-0323-886D-E9C7C72A9F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1" y="810985"/>
            <a:ext cx="7772400" cy="1214712"/>
          </a:xfrm>
          <a:prstGeom prst="rect">
            <a:avLst/>
          </a:prstGeom>
          <a:ln>
            <a:solidFill>
              <a:srgbClr val="FF0000"/>
            </a:solidFill>
            <a:prstDash val="lgDash"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450EA1E-5C0E-2873-D5B3-924812C21D6C}"/>
              </a:ext>
            </a:extLst>
          </p:cNvPr>
          <p:cNvSpPr txBox="1"/>
          <p:nvPr/>
        </p:nvSpPr>
        <p:spPr>
          <a:xfrm>
            <a:off x="2140361" y="862836"/>
            <a:ext cx="4101279" cy="1111010"/>
          </a:xfrm>
          <a:prstGeom prst="rect">
            <a:avLst/>
          </a:prstGeom>
          <a:noFill/>
          <a:ln>
            <a:solidFill>
              <a:srgbClr val="FF0000"/>
            </a:solidFill>
            <a:prstDash val="lgDash"/>
          </a:ln>
        </p:spPr>
        <p:txBody>
          <a:bodyPr wrap="square" rtlCol="0">
            <a:spAutoFit/>
          </a:bodyPr>
          <a:lstStyle/>
          <a:p>
            <a:endParaRPr lang="en-US" sz="12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9E1A99-6CA9-C7EE-06EA-CEC88E718352}"/>
              </a:ext>
            </a:extLst>
          </p:cNvPr>
          <p:cNvSpPr/>
          <p:nvPr/>
        </p:nvSpPr>
        <p:spPr>
          <a:xfrm>
            <a:off x="304801" y="2214288"/>
            <a:ext cx="7772400" cy="12147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3E91B3C-E4C3-A853-A290-479E7E7AE294}"/>
              </a:ext>
            </a:extLst>
          </p:cNvPr>
          <p:cNvSpPr/>
          <p:nvPr/>
        </p:nvSpPr>
        <p:spPr>
          <a:xfrm>
            <a:off x="2140360" y="2214288"/>
            <a:ext cx="4101279" cy="1214712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header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763ACC2-5A75-13A9-D107-FC0DF97A4CA9}"/>
              </a:ext>
            </a:extLst>
          </p:cNvPr>
          <p:cNvCxnSpPr/>
          <p:nvPr/>
        </p:nvCxnSpPr>
        <p:spPr>
          <a:xfrm>
            <a:off x="2140360" y="3631474"/>
            <a:ext cx="410127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6147C10-878C-324D-3B3F-A1CA43DAA938}"/>
              </a:ext>
            </a:extLst>
          </p:cNvPr>
          <p:cNvSpPr txBox="1"/>
          <p:nvPr/>
        </p:nvSpPr>
        <p:spPr>
          <a:xfrm>
            <a:off x="3940770" y="3631474"/>
            <a:ext cx="5004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1"/>
                </a:solidFill>
              </a:rPr>
              <a:t>flex: 0</a:t>
            </a:r>
          </a:p>
        </p:txBody>
      </p:sp>
    </p:spTree>
    <p:extLst>
      <p:ext uri="{BB962C8B-B14F-4D97-AF65-F5344CB8AC3E}">
        <p14:creationId xmlns:p14="http://schemas.microsoft.com/office/powerpoint/2010/main" val="3352942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0763E37-73B5-953D-3F38-59D4D48AE2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031" y="1049107"/>
            <a:ext cx="7772400" cy="196308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375BAC8-ACBC-32D3-46B2-49D6C96D38AD}"/>
              </a:ext>
            </a:extLst>
          </p:cNvPr>
          <p:cNvSpPr txBox="1"/>
          <p:nvPr/>
        </p:nvSpPr>
        <p:spPr>
          <a:xfrm>
            <a:off x="229031" y="275207"/>
            <a:ext cx="8226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_ main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50FC4B-DE8A-9B73-3800-6491E5A9FB7C}"/>
              </a:ext>
            </a:extLst>
          </p:cNvPr>
          <p:cNvSpPr txBox="1"/>
          <p:nvPr/>
        </p:nvSpPr>
        <p:spPr>
          <a:xfrm>
            <a:off x="229031" y="1049107"/>
            <a:ext cx="7772400" cy="2031325"/>
          </a:xfrm>
          <a:prstGeom prst="rect">
            <a:avLst/>
          </a:prstGeom>
          <a:noFill/>
          <a:ln>
            <a:solidFill>
              <a:srgbClr val="FF0000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F992ED-7217-5282-8478-F68397F472A2}"/>
              </a:ext>
            </a:extLst>
          </p:cNvPr>
          <p:cNvSpPr txBox="1"/>
          <p:nvPr/>
        </p:nvSpPr>
        <p:spPr>
          <a:xfrm>
            <a:off x="2024109" y="1049106"/>
            <a:ext cx="4071891" cy="2031325"/>
          </a:xfrm>
          <a:prstGeom prst="rect">
            <a:avLst/>
          </a:prstGeom>
          <a:noFill/>
          <a:ln>
            <a:solidFill>
              <a:srgbClr val="FF0000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F3A284-9F51-77C6-A695-49A72C101967}"/>
              </a:ext>
            </a:extLst>
          </p:cNvPr>
          <p:cNvSpPr/>
          <p:nvPr/>
        </p:nvSpPr>
        <p:spPr>
          <a:xfrm>
            <a:off x="229031" y="3712407"/>
            <a:ext cx="7772400" cy="20313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F0AA02-08F0-832A-B452-27717751F687}"/>
              </a:ext>
            </a:extLst>
          </p:cNvPr>
          <p:cNvSpPr/>
          <p:nvPr/>
        </p:nvSpPr>
        <p:spPr>
          <a:xfrm>
            <a:off x="2018190" y="3712407"/>
            <a:ext cx="4071891" cy="203132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main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C6589BC-EBA5-64EC-41F7-B3891C67A141}"/>
              </a:ext>
            </a:extLst>
          </p:cNvPr>
          <p:cNvCxnSpPr/>
          <p:nvPr/>
        </p:nvCxnSpPr>
        <p:spPr>
          <a:xfrm>
            <a:off x="2018190" y="5939161"/>
            <a:ext cx="407189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03641EC-900D-8091-1040-9AE0494D7A18}"/>
              </a:ext>
            </a:extLst>
          </p:cNvPr>
          <p:cNvSpPr txBox="1"/>
          <p:nvPr/>
        </p:nvSpPr>
        <p:spPr>
          <a:xfrm>
            <a:off x="3803906" y="5939161"/>
            <a:ext cx="5004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1"/>
                </a:solidFill>
              </a:rPr>
              <a:t>flex: 0</a:t>
            </a:r>
          </a:p>
        </p:txBody>
      </p:sp>
    </p:spTree>
    <p:extLst>
      <p:ext uri="{BB962C8B-B14F-4D97-AF65-F5344CB8AC3E}">
        <p14:creationId xmlns:p14="http://schemas.microsoft.com/office/powerpoint/2010/main" val="25631749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E6F2AF33-CF30-30DA-C897-517EC6A0B9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89" y="2159014"/>
            <a:ext cx="4965146" cy="24991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E5DC71F-F53C-1C25-460D-7213AF52EB3C}"/>
              </a:ext>
            </a:extLst>
          </p:cNvPr>
          <p:cNvSpPr txBox="1"/>
          <p:nvPr/>
        </p:nvSpPr>
        <p:spPr>
          <a:xfrm>
            <a:off x="283029" y="348343"/>
            <a:ext cx="1362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_ main-body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4D8120-224D-9A1E-7108-BC52307C1BAD}"/>
              </a:ext>
            </a:extLst>
          </p:cNvPr>
          <p:cNvSpPr/>
          <p:nvPr/>
        </p:nvSpPr>
        <p:spPr>
          <a:xfrm>
            <a:off x="5694478" y="2082170"/>
            <a:ext cx="1034142" cy="249917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main-left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790471-EB58-A740-1854-0223CBF253E8}"/>
              </a:ext>
            </a:extLst>
          </p:cNvPr>
          <p:cNvSpPr/>
          <p:nvPr/>
        </p:nvSpPr>
        <p:spPr>
          <a:xfrm>
            <a:off x="6815706" y="2082169"/>
            <a:ext cx="3843918" cy="2499179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main-right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5B3DA2A-D55D-1686-45D8-9A102600F383}"/>
              </a:ext>
            </a:extLst>
          </p:cNvPr>
          <p:cNvCxnSpPr/>
          <p:nvPr/>
        </p:nvCxnSpPr>
        <p:spPr>
          <a:xfrm>
            <a:off x="5694478" y="4747557"/>
            <a:ext cx="103414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9880494-8BE8-A9BF-252B-9DC266899194}"/>
              </a:ext>
            </a:extLst>
          </p:cNvPr>
          <p:cNvSpPr txBox="1"/>
          <p:nvPr/>
        </p:nvSpPr>
        <p:spPr>
          <a:xfrm>
            <a:off x="5961320" y="4747557"/>
            <a:ext cx="5004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1"/>
                </a:solidFill>
              </a:rPr>
              <a:t>flex: 1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83E8563-DB24-59E4-6D4B-51B1ABD40BCB}"/>
              </a:ext>
            </a:extLst>
          </p:cNvPr>
          <p:cNvCxnSpPr/>
          <p:nvPr/>
        </p:nvCxnSpPr>
        <p:spPr>
          <a:xfrm>
            <a:off x="6815706" y="4747557"/>
            <a:ext cx="384391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583CE06-3CA6-EDF4-94E0-4447713471E1}"/>
              </a:ext>
            </a:extLst>
          </p:cNvPr>
          <p:cNvSpPr txBox="1"/>
          <p:nvPr/>
        </p:nvSpPr>
        <p:spPr>
          <a:xfrm>
            <a:off x="8487436" y="4747556"/>
            <a:ext cx="5004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1"/>
                </a:solidFill>
              </a:rPr>
              <a:t>flex: 4</a:t>
            </a:r>
          </a:p>
        </p:txBody>
      </p:sp>
    </p:spTree>
    <p:extLst>
      <p:ext uri="{BB962C8B-B14F-4D97-AF65-F5344CB8AC3E}">
        <p14:creationId xmlns:p14="http://schemas.microsoft.com/office/powerpoint/2010/main" val="33780701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C494FDA-7A33-7969-5788-E6F234CE9B56}"/>
              </a:ext>
            </a:extLst>
          </p:cNvPr>
          <p:cNvSpPr txBox="1"/>
          <p:nvPr/>
        </p:nvSpPr>
        <p:spPr>
          <a:xfrm>
            <a:off x="207389" y="254524"/>
            <a:ext cx="12069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_ main-left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41D319-7376-99E8-75C5-CB95487209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76"/>
          <a:stretch/>
        </p:blipFill>
        <p:spPr>
          <a:xfrm>
            <a:off x="2591067" y="1218093"/>
            <a:ext cx="1714500" cy="40870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6DC365C-9F29-907B-51BF-F2AB3C04572E}"/>
              </a:ext>
            </a:extLst>
          </p:cNvPr>
          <p:cNvSpPr txBox="1"/>
          <p:nvPr/>
        </p:nvSpPr>
        <p:spPr>
          <a:xfrm>
            <a:off x="2628444" y="1131826"/>
            <a:ext cx="1714499" cy="3970318"/>
          </a:xfrm>
          <a:prstGeom prst="rect">
            <a:avLst/>
          </a:prstGeom>
          <a:noFill/>
          <a:ln>
            <a:solidFill>
              <a:srgbClr val="FF0000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FF5C9C-986C-3574-9F06-82E466F9CC1C}"/>
              </a:ext>
            </a:extLst>
          </p:cNvPr>
          <p:cNvSpPr txBox="1"/>
          <p:nvPr/>
        </p:nvSpPr>
        <p:spPr>
          <a:xfrm>
            <a:off x="2637422" y="1552898"/>
            <a:ext cx="1742895" cy="646331"/>
          </a:xfrm>
          <a:prstGeom prst="rect">
            <a:avLst/>
          </a:prstGeom>
          <a:noFill/>
          <a:ln>
            <a:solidFill>
              <a:srgbClr val="FF0000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1BF2BF8-1424-C5C5-FC74-4887E765B27D}"/>
              </a:ext>
            </a:extLst>
          </p:cNvPr>
          <p:cNvSpPr txBox="1"/>
          <p:nvPr/>
        </p:nvSpPr>
        <p:spPr>
          <a:xfrm>
            <a:off x="2645737" y="1122831"/>
            <a:ext cx="1056833" cy="646331"/>
          </a:xfrm>
          <a:prstGeom prst="rect">
            <a:avLst/>
          </a:prstGeom>
          <a:noFill/>
          <a:ln>
            <a:solidFill>
              <a:srgbClr val="FF0000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693B677-9726-0EAB-4A14-1E76C9DBA443}"/>
              </a:ext>
            </a:extLst>
          </p:cNvPr>
          <p:cNvSpPr/>
          <p:nvPr/>
        </p:nvSpPr>
        <p:spPr>
          <a:xfrm>
            <a:off x="6173892" y="1066348"/>
            <a:ext cx="1879600" cy="508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02DC39E-A366-3035-3EE8-2B20D7320545}"/>
              </a:ext>
            </a:extLst>
          </p:cNvPr>
          <p:cNvSpPr/>
          <p:nvPr/>
        </p:nvSpPr>
        <p:spPr>
          <a:xfrm>
            <a:off x="6162675" y="1574348"/>
            <a:ext cx="1879600" cy="508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link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FAC3481-8874-2581-1630-C8010E38D1F1}"/>
              </a:ext>
            </a:extLst>
          </p:cNvPr>
          <p:cNvCxnSpPr>
            <a:cxnSpLocks/>
          </p:cNvCxnSpPr>
          <p:nvPr/>
        </p:nvCxnSpPr>
        <p:spPr>
          <a:xfrm>
            <a:off x="8149971" y="1066348"/>
            <a:ext cx="0" cy="5080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BEEAD41-5853-B12E-D0ED-D296FD3B314A}"/>
              </a:ext>
            </a:extLst>
          </p:cNvPr>
          <p:cNvCxnSpPr>
            <a:cxnSpLocks/>
          </p:cNvCxnSpPr>
          <p:nvPr/>
        </p:nvCxnSpPr>
        <p:spPr>
          <a:xfrm>
            <a:off x="8143875" y="1574348"/>
            <a:ext cx="0" cy="5080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7B4E93F7-B73A-060B-32FF-01EE065BEAA8}"/>
              </a:ext>
            </a:extLst>
          </p:cNvPr>
          <p:cNvSpPr txBox="1"/>
          <p:nvPr/>
        </p:nvSpPr>
        <p:spPr>
          <a:xfrm>
            <a:off x="8125001" y="1197238"/>
            <a:ext cx="5004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1"/>
                </a:solidFill>
              </a:rPr>
              <a:t>flex: 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A1EA566-DE6D-D331-F46D-EC18AF4768AA}"/>
              </a:ext>
            </a:extLst>
          </p:cNvPr>
          <p:cNvSpPr txBox="1"/>
          <p:nvPr/>
        </p:nvSpPr>
        <p:spPr>
          <a:xfrm>
            <a:off x="8125001" y="1705237"/>
            <a:ext cx="5004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1"/>
                </a:solidFill>
              </a:rPr>
              <a:t>flex: 0</a:t>
            </a:r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CAE122D4-5273-F4D1-3639-C7F2B95AD1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5761646"/>
              </p:ext>
            </p:extLst>
          </p:nvPr>
        </p:nvGraphicFramePr>
        <p:xfrm>
          <a:off x="7122160" y="1066348"/>
          <a:ext cx="942548" cy="508000"/>
        </p:xfrm>
        <a:graphic>
          <a:graphicData uri="http://schemas.openxmlformats.org/drawingml/2006/table">
            <a:tbl>
              <a:tblPr/>
              <a:tblGrid>
                <a:gridCol w="942548">
                  <a:extLst>
                    <a:ext uri="{9D8B030D-6E8A-4147-A177-3AD203B41FA5}">
                      <a16:colId xmlns:a16="http://schemas.microsoft.com/office/drawing/2014/main" val="3442930158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205451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7FD8B6E7-96F9-7199-725A-9AA8A532CA3E}"/>
              </a:ext>
            </a:extLst>
          </p:cNvPr>
          <p:cNvSpPr txBox="1"/>
          <p:nvPr/>
        </p:nvSpPr>
        <p:spPr>
          <a:xfrm>
            <a:off x="6357081" y="1135682"/>
            <a:ext cx="5818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Icon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D3BA88A-A2C6-EA2E-5DC3-AEFF0E73332D}"/>
              </a:ext>
            </a:extLst>
          </p:cNvPr>
          <p:cNvSpPr txBox="1"/>
          <p:nvPr/>
        </p:nvSpPr>
        <p:spPr>
          <a:xfrm>
            <a:off x="7299708" y="1137552"/>
            <a:ext cx="6833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more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B41C438-CAEA-34EF-4C5B-4B51057857C8}"/>
              </a:ext>
            </a:extLst>
          </p:cNvPr>
          <p:cNvSpPr/>
          <p:nvPr/>
        </p:nvSpPr>
        <p:spPr>
          <a:xfrm>
            <a:off x="5830892" y="2312462"/>
            <a:ext cx="1207008" cy="2971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c-title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06E05FC-5441-0EFC-4BF4-B5F360176177}"/>
              </a:ext>
            </a:extLst>
          </p:cNvPr>
          <p:cNvSpPr/>
          <p:nvPr/>
        </p:nvSpPr>
        <p:spPr>
          <a:xfrm>
            <a:off x="7037900" y="2312462"/>
            <a:ext cx="1207008" cy="297195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more</a:t>
            </a:r>
            <a:endParaRPr lang="en-US" sz="120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B0244B6-EE51-AB35-725D-AC63A28219E8}"/>
              </a:ext>
            </a:extLst>
          </p:cNvPr>
          <p:cNvSpPr/>
          <p:nvPr/>
        </p:nvSpPr>
        <p:spPr>
          <a:xfrm>
            <a:off x="5814568" y="2632904"/>
            <a:ext cx="2430340" cy="508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code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8BA7008-555E-9053-9543-56D33E6882A0}"/>
              </a:ext>
            </a:extLst>
          </p:cNvPr>
          <p:cNvCxnSpPr>
            <a:cxnSpLocks/>
          </p:cNvCxnSpPr>
          <p:nvPr/>
        </p:nvCxnSpPr>
        <p:spPr>
          <a:xfrm>
            <a:off x="5814568" y="3229419"/>
            <a:ext cx="243034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B0CF8DC1-E3D3-3CAA-112B-D192F29E38E7}"/>
              </a:ext>
            </a:extLst>
          </p:cNvPr>
          <p:cNvSpPr txBox="1"/>
          <p:nvPr/>
        </p:nvSpPr>
        <p:spPr>
          <a:xfrm>
            <a:off x="6693115" y="3239006"/>
            <a:ext cx="5004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1"/>
                </a:solidFill>
              </a:rPr>
              <a:t>flex: 0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242FD7D-D800-002A-F0B2-ED87097835AB}"/>
              </a:ext>
            </a:extLst>
          </p:cNvPr>
          <p:cNvSpPr/>
          <p:nvPr/>
        </p:nvSpPr>
        <p:spPr>
          <a:xfrm>
            <a:off x="6011418" y="3601466"/>
            <a:ext cx="1790700" cy="70921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due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990EA5C-A539-508E-95FD-7E544BC373CC}"/>
              </a:ext>
            </a:extLst>
          </p:cNvPr>
          <p:cNvSpPr/>
          <p:nvPr/>
        </p:nvSpPr>
        <p:spPr>
          <a:xfrm>
            <a:off x="6011418" y="4312102"/>
            <a:ext cx="1790700" cy="644914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due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558518DA-AE99-8431-1091-7DA0A5355393}"/>
              </a:ext>
            </a:extLst>
          </p:cNvPr>
          <p:cNvCxnSpPr>
            <a:cxnSpLocks/>
          </p:cNvCxnSpPr>
          <p:nvPr/>
        </p:nvCxnSpPr>
        <p:spPr>
          <a:xfrm>
            <a:off x="7967472" y="3601466"/>
            <a:ext cx="0" cy="70921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30EA58B-C257-07C8-7D8C-064E62C9C60E}"/>
              </a:ext>
            </a:extLst>
          </p:cNvPr>
          <p:cNvCxnSpPr>
            <a:cxnSpLocks/>
          </p:cNvCxnSpPr>
          <p:nvPr/>
        </p:nvCxnSpPr>
        <p:spPr>
          <a:xfrm>
            <a:off x="7967472" y="4310685"/>
            <a:ext cx="0" cy="64633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6C0E0F51-1BF1-121D-CC23-C64AFAEA5371}"/>
              </a:ext>
            </a:extLst>
          </p:cNvPr>
          <p:cNvSpPr txBox="1"/>
          <p:nvPr/>
        </p:nvSpPr>
        <p:spPr>
          <a:xfrm>
            <a:off x="7967472" y="3985466"/>
            <a:ext cx="5004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1"/>
                </a:solidFill>
              </a:rPr>
              <a:t>flex: 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E561AB1-C1B0-0077-09A7-08E07CF60FD9}"/>
              </a:ext>
            </a:extLst>
          </p:cNvPr>
          <p:cNvSpPr txBox="1"/>
          <p:nvPr/>
        </p:nvSpPr>
        <p:spPr>
          <a:xfrm>
            <a:off x="8008568" y="4547645"/>
            <a:ext cx="5004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1"/>
                </a:solidFill>
              </a:rPr>
              <a:t>flex: 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CD951A2-6DF2-8C70-3451-37B8C21C8722}"/>
              </a:ext>
            </a:extLst>
          </p:cNvPr>
          <p:cNvSpPr txBox="1"/>
          <p:nvPr/>
        </p:nvSpPr>
        <p:spPr>
          <a:xfrm>
            <a:off x="2645737" y="2259430"/>
            <a:ext cx="1668145" cy="646331"/>
          </a:xfrm>
          <a:prstGeom prst="rect">
            <a:avLst/>
          </a:prstGeom>
          <a:noFill/>
          <a:ln>
            <a:solidFill>
              <a:srgbClr val="FF0000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96CC1AF-3875-7CB8-CFBA-306A3421D0E1}"/>
              </a:ext>
            </a:extLst>
          </p:cNvPr>
          <p:cNvSpPr txBox="1"/>
          <p:nvPr/>
        </p:nvSpPr>
        <p:spPr>
          <a:xfrm>
            <a:off x="2628444" y="3351504"/>
            <a:ext cx="1742895" cy="646331"/>
          </a:xfrm>
          <a:prstGeom prst="rect">
            <a:avLst/>
          </a:prstGeom>
          <a:noFill/>
          <a:ln>
            <a:solidFill>
              <a:srgbClr val="FF0000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F529621-AE83-6356-BA3B-35B39C44218F}"/>
              </a:ext>
            </a:extLst>
          </p:cNvPr>
          <p:cNvSpPr txBox="1"/>
          <p:nvPr/>
        </p:nvSpPr>
        <p:spPr>
          <a:xfrm>
            <a:off x="2591067" y="4310685"/>
            <a:ext cx="1742895" cy="646331"/>
          </a:xfrm>
          <a:prstGeom prst="rect">
            <a:avLst/>
          </a:prstGeom>
          <a:noFill/>
          <a:ln>
            <a:solidFill>
              <a:srgbClr val="FF0000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04650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18B87E2-B6BB-CF23-5E45-329060B9B4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914" y="868246"/>
            <a:ext cx="4690681" cy="277022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7A6ED17-07F5-0D6A-5B8F-8C1961BAE214}"/>
              </a:ext>
            </a:extLst>
          </p:cNvPr>
          <p:cNvSpPr txBox="1"/>
          <p:nvPr/>
        </p:nvSpPr>
        <p:spPr>
          <a:xfrm>
            <a:off x="293914" y="348343"/>
            <a:ext cx="13319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_ main-right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B47D0F-67EF-B6A9-E608-02FD71A33039}"/>
              </a:ext>
            </a:extLst>
          </p:cNvPr>
          <p:cNvSpPr txBox="1"/>
          <p:nvPr/>
        </p:nvSpPr>
        <p:spPr>
          <a:xfrm>
            <a:off x="293914" y="868246"/>
            <a:ext cx="4690681" cy="2770220"/>
          </a:xfrm>
          <a:prstGeom prst="rect">
            <a:avLst/>
          </a:prstGeom>
          <a:noFill/>
          <a:ln>
            <a:solidFill>
              <a:srgbClr val="FF0000"/>
            </a:solidFill>
            <a:prstDash val="lgDash"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989594-7450-166C-DA7D-FFC479DC0BFB}"/>
              </a:ext>
            </a:extLst>
          </p:cNvPr>
          <p:cNvSpPr txBox="1"/>
          <p:nvPr/>
        </p:nvSpPr>
        <p:spPr>
          <a:xfrm>
            <a:off x="293914" y="868245"/>
            <a:ext cx="4690680" cy="480844"/>
          </a:xfrm>
          <a:prstGeom prst="rect">
            <a:avLst/>
          </a:prstGeom>
          <a:noFill/>
          <a:ln>
            <a:solidFill>
              <a:srgbClr val="FF0000"/>
            </a:solidFill>
            <a:prstDash val="lgDash"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04FD90-BA69-AE58-3084-E9BBD925599C}"/>
              </a:ext>
            </a:extLst>
          </p:cNvPr>
          <p:cNvSpPr/>
          <p:nvPr/>
        </p:nvSpPr>
        <p:spPr>
          <a:xfrm>
            <a:off x="6096000" y="868245"/>
            <a:ext cx="4690680" cy="2770221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activity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B6BAB6-5B7A-6F6E-3C92-C14CD3D4C146}"/>
              </a:ext>
            </a:extLst>
          </p:cNvPr>
          <p:cNvSpPr/>
          <p:nvPr/>
        </p:nvSpPr>
        <p:spPr>
          <a:xfrm>
            <a:off x="6096000" y="868245"/>
            <a:ext cx="4690680" cy="480844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announce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B00386-BA49-25C9-EA7C-9A18D4ED4934}"/>
              </a:ext>
            </a:extLst>
          </p:cNvPr>
          <p:cNvSpPr txBox="1"/>
          <p:nvPr/>
        </p:nvSpPr>
        <p:spPr>
          <a:xfrm>
            <a:off x="293914" y="3750906"/>
            <a:ext cx="1285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_ announce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835A3F9-ACBB-60D5-4BF8-06E7E17A7B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914" y="4232677"/>
            <a:ext cx="4690680" cy="50369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A9AD3D8-4307-4F14-452C-F030B6172C7B}"/>
              </a:ext>
            </a:extLst>
          </p:cNvPr>
          <p:cNvSpPr txBox="1"/>
          <p:nvPr/>
        </p:nvSpPr>
        <p:spPr>
          <a:xfrm>
            <a:off x="293914" y="4233604"/>
            <a:ext cx="1810190" cy="480844"/>
          </a:xfrm>
          <a:prstGeom prst="rect">
            <a:avLst/>
          </a:prstGeom>
          <a:noFill/>
          <a:ln>
            <a:solidFill>
              <a:srgbClr val="FF0000"/>
            </a:solidFill>
            <a:prstDash val="lgDash"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31DEFEA-929B-4AEB-EEA0-BA7C8E4B1407}"/>
              </a:ext>
            </a:extLst>
          </p:cNvPr>
          <p:cNvSpPr/>
          <p:nvPr/>
        </p:nvSpPr>
        <p:spPr>
          <a:xfrm>
            <a:off x="293913" y="4876103"/>
            <a:ext cx="4666807" cy="48084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DFA1E6F-7598-1EB9-0CB6-EE5B9BFF7337}"/>
              </a:ext>
            </a:extLst>
          </p:cNvPr>
          <p:cNvSpPr/>
          <p:nvPr/>
        </p:nvSpPr>
        <p:spPr>
          <a:xfrm>
            <a:off x="293912" y="4875176"/>
            <a:ext cx="1810191" cy="481771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announce-text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E8A93A-8E1C-0EFC-EB0F-2F8456901D8B}"/>
              </a:ext>
            </a:extLst>
          </p:cNvPr>
          <p:cNvSpPr/>
          <p:nvPr/>
        </p:nvSpPr>
        <p:spPr>
          <a:xfrm>
            <a:off x="4444181" y="4875176"/>
            <a:ext cx="516539" cy="481771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icon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822D5B-1FE0-D361-199F-D2DFB5A7485E}"/>
              </a:ext>
            </a:extLst>
          </p:cNvPr>
          <p:cNvSpPr txBox="1"/>
          <p:nvPr/>
        </p:nvSpPr>
        <p:spPr>
          <a:xfrm>
            <a:off x="4444182" y="4244103"/>
            <a:ext cx="516538" cy="480844"/>
          </a:xfrm>
          <a:prstGeom prst="rect">
            <a:avLst/>
          </a:prstGeom>
          <a:noFill/>
          <a:ln>
            <a:solidFill>
              <a:srgbClr val="FF0000"/>
            </a:solidFill>
            <a:prstDash val="lgDash"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F645E64-1B48-3FF7-1365-E9BA9CC37CB4}"/>
              </a:ext>
            </a:extLst>
          </p:cNvPr>
          <p:cNvCxnSpPr/>
          <p:nvPr/>
        </p:nvCxnSpPr>
        <p:spPr>
          <a:xfrm>
            <a:off x="5928852" y="868245"/>
            <a:ext cx="0" cy="48084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5BD92BD-E6C5-E9A4-FA00-55CAD9F4CD02}"/>
              </a:ext>
            </a:extLst>
          </p:cNvPr>
          <p:cNvCxnSpPr/>
          <p:nvPr/>
        </p:nvCxnSpPr>
        <p:spPr>
          <a:xfrm>
            <a:off x="5928852" y="1349089"/>
            <a:ext cx="0" cy="228937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D9EE338-71A2-3FBA-6542-54710FB8E8A1}"/>
              </a:ext>
            </a:extLst>
          </p:cNvPr>
          <p:cNvCxnSpPr/>
          <p:nvPr/>
        </p:nvCxnSpPr>
        <p:spPr>
          <a:xfrm>
            <a:off x="4444181" y="5476568"/>
            <a:ext cx="51653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8AA7C86-DA61-BC9E-5761-2A5F81D66B97}"/>
              </a:ext>
            </a:extLst>
          </p:cNvPr>
          <p:cNvCxnSpPr/>
          <p:nvPr/>
        </p:nvCxnSpPr>
        <p:spPr>
          <a:xfrm flipH="1">
            <a:off x="293912" y="5447071"/>
            <a:ext cx="181019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FFF666E6-230D-3629-CDA0-7426A466B309}"/>
              </a:ext>
            </a:extLst>
          </p:cNvPr>
          <p:cNvSpPr txBox="1"/>
          <p:nvPr/>
        </p:nvSpPr>
        <p:spPr>
          <a:xfrm>
            <a:off x="4444181" y="5495749"/>
            <a:ext cx="5004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1"/>
                </a:solidFill>
              </a:rPr>
              <a:t>flex: 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412FF2-2D61-E872-64A4-C06A6F4DEB7B}"/>
              </a:ext>
            </a:extLst>
          </p:cNvPr>
          <p:cNvSpPr txBox="1"/>
          <p:nvPr/>
        </p:nvSpPr>
        <p:spPr>
          <a:xfrm>
            <a:off x="959865" y="5456904"/>
            <a:ext cx="5004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1"/>
                </a:solidFill>
              </a:rPr>
              <a:t>flex: 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57662B-E23F-85F0-A872-06A57F832866}"/>
              </a:ext>
            </a:extLst>
          </p:cNvPr>
          <p:cNvSpPr txBox="1"/>
          <p:nvPr/>
        </p:nvSpPr>
        <p:spPr>
          <a:xfrm>
            <a:off x="5344821" y="985556"/>
            <a:ext cx="5004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1"/>
                </a:solidFill>
              </a:rPr>
              <a:t>flex: 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44F8382-C44D-F055-F77B-EF8BEBD8FE6F}"/>
              </a:ext>
            </a:extLst>
          </p:cNvPr>
          <p:cNvSpPr txBox="1"/>
          <p:nvPr/>
        </p:nvSpPr>
        <p:spPr>
          <a:xfrm>
            <a:off x="5344821" y="2370666"/>
            <a:ext cx="5004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1"/>
                </a:solidFill>
              </a:rPr>
              <a:t>flex: 4</a:t>
            </a:r>
          </a:p>
        </p:txBody>
      </p:sp>
    </p:spTree>
    <p:extLst>
      <p:ext uri="{BB962C8B-B14F-4D97-AF65-F5344CB8AC3E}">
        <p14:creationId xmlns:p14="http://schemas.microsoft.com/office/powerpoint/2010/main" val="10204551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5C56C65-2827-75EB-4343-D7719F37BD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569" y="781539"/>
            <a:ext cx="4848187" cy="238369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DA4A605-3EFC-1BA0-391F-5A4900AE6180}"/>
              </a:ext>
            </a:extLst>
          </p:cNvPr>
          <p:cNvSpPr txBox="1"/>
          <p:nvPr/>
        </p:nvSpPr>
        <p:spPr>
          <a:xfrm>
            <a:off x="187569" y="293077"/>
            <a:ext cx="1029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_ activity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8EFBBE-28B9-684A-1A8C-ACB69F77C2FA}"/>
              </a:ext>
            </a:extLst>
          </p:cNvPr>
          <p:cNvSpPr/>
          <p:nvPr/>
        </p:nvSpPr>
        <p:spPr>
          <a:xfrm>
            <a:off x="5814646" y="781537"/>
            <a:ext cx="4829908" cy="23836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25BABB4-6495-56AA-5D4F-6C2BDF83E328}"/>
              </a:ext>
            </a:extLst>
          </p:cNvPr>
          <p:cNvSpPr/>
          <p:nvPr/>
        </p:nvSpPr>
        <p:spPr>
          <a:xfrm>
            <a:off x="5814646" y="781537"/>
            <a:ext cx="4829908" cy="53144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activity-content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86A3AB1-2EF3-62D7-F51C-CD0AB1EC1853}"/>
              </a:ext>
            </a:extLst>
          </p:cNvPr>
          <p:cNvSpPr/>
          <p:nvPr/>
        </p:nvSpPr>
        <p:spPr>
          <a:xfrm>
            <a:off x="5814646" y="1383320"/>
            <a:ext cx="4829908" cy="53144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activity-content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7B3B52-D18C-0C56-10EA-B7785B4FDCFB}"/>
              </a:ext>
            </a:extLst>
          </p:cNvPr>
          <p:cNvSpPr/>
          <p:nvPr/>
        </p:nvSpPr>
        <p:spPr>
          <a:xfrm>
            <a:off x="5814646" y="2017819"/>
            <a:ext cx="4829908" cy="53144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activity-content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76D1FE-03DD-1BEE-73E7-9C06DD1CCD98}"/>
              </a:ext>
            </a:extLst>
          </p:cNvPr>
          <p:cNvSpPr/>
          <p:nvPr/>
        </p:nvSpPr>
        <p:spPr>
          <a:xfrm>
            <a:off x="5814646" y="2633782"/>
            <a:ext cx="4829908" cy="53144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activity-content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018615-2271-1001-9E2E-E5F58A2189C3}"/>
              </a:ext>
            </a:extLst>
          </p:cNvPr>
          <p:cNvSpPr txBox="1"/>
          <p:nvPr/>
        </p:nvSpPr>
        <p:spPr>
          <a:xfrm>
            <a:off x="187569" y="827425"/>
            <a:ext cx="4848186" cy="485559"/>
          </a:xfrm>
          <a:prstGeom prst="rect">
            <a:avLst/>
          </a:prstGeom>
          <a:noFill/>
          <a:ln>
            <a:solidFill>
              <a:srgbClr val="FF0000"/>
            </a:solidFill>
            <a:prstDash val="lgDash"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004946-4F7B-547F-1C7E-D3DDF0F46EFD}"/>
              </a:ext>
            </a:extLst>
          </p:cNvPr>
          <p:cNvSpPr txBox="1"/>
          <p:nvPr/>
        </p:nvSpPr>
        <p:spPr>
          <a:xfrm>
            <a:off x="187569" y="1466333"/>
            <a:ext cx="4848186" cy="485559"/>
          </a:xfrm>
          <a:prstGeom prst="rect">
            <a:avLst/>
          </a:prstGeom>
          <a:noFill/>
          <a:ln>
            <a:solidFill>
              <a:srgbClr val="FF0000"/>
            </a:solidFill>
            <a:prstDash val="lgDash"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BA3B37-3000-CDAB-0BAB-FEB07ECA41AF}"/>
              </a:ext>
            </a:extLst>
          </p:cNvPr>
          <p:cNvSpPr txBox="1"/>
          <p:nvPr/>
        </p:nvSpPr>
        <p:spPr>
          <a:xfrm>
            <a:off x="187569" y="2040764"/>
            <a:ext cx="4848186" cy="485559"/>
          </a:xfrm>
          <a:prstGeom prst="rect">
            <a:avLst/>
          </a:prstGeom>
          <a:noFill/>
          <a:ln>
            <a:solidFill>
              <a:srgbClr val="FF0000"/>
            </a:solidFill>
            <a:prstDash val="lgDash"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86FB30-F1D9-7D3B-3B7F-5206A1C32C55}"/>
              </a:ext>
            </a:extLst>
          </p:cNvPr>
          <p:cNvSpPr txBox="1"/>
          <p:nvPr/>
        </p:nvSpPr>
        <p:spPr>
          <a:xfrm>
            <a:off x="187569" y="2679671"/>
            <a:ext cx="4848186" cy="485559"/>
          </a:xfrm>
          <a:prstGeom prst="rect">
            <a:avLst/>
          </a:prstGeom>
          <a:noFill/>
          <a:ln>
            <a:solidFill>
              <a:srgbClr val="FF0000"/>
            </a:solidFill>
            <a:prstDash val="lgDash"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82EAB33-F4D3-2347-C507-1D33FD48022D}"/>
              </a:ext>
            </a:extLst>
          </p:cNvPr>
          <p:cNvSpPr txBox="1"/>
          <p:nvPr/>
        </p:nvSpPr>
        <p:spPr>
          <a:xfrm>
            <a:off x="187569" y="3284361"/>
            <a:ext cx="1818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_ activity-content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C52DDC0-687F-EA84-2A84-2B698435A084}"/>
              </a:ext>
            </a:extLst>
          </p:cNvPr>
          <p:cNvCxnSpPr/>
          <p:nvPr/>
        </p:nvCxnSpPr>
        <p:spPr>
          <a:xfrm>
            <a:off x="5729161" y="781537"/>
            <a:ext cx="0" cy="53144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ADCFA9A-8D1D-9E2B-AB36-5AE3F2F2004B}"/>
              </a:ext>
            </a:extLst>
          </p:cNvPr>
          <p:cNvCxnSpPr/>
          <p:nvPr/>
        </p:nvCxnSpPr>
        <p:spPr>
          <a:xfrm>
            <a:off x="5727812" y="1386468"/>
            <a:ext cx="0" cy="53144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3ADF632-F33E-01FD-1E98-D1A32FC12062}"/>
              </a:ext>
            </a:extLst>
          </p:cNvPr>
          <p:cNvCxnSpPr/>
          <p:nvPr/>
        </p:nvCxnSpPr>
        <p:spPr>
          <a:xfrm>
            <a:off x="5727812" y="2040764"/>
            <a:ext cx="0" cy="53144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F62FD65-3D3C-B54C-F969-00ECB3AAF309}"/>
              </a:ext>
            </a:extLst>
          </p:cNvPr>
          <p:cNvCxnSpPr/>
          <p:nvPr/>
        </p:nvCxnSpPr>
        <p:spPr>
          <a:xfrm>
            <a:off x="5727812" y="2633782"/>
            <a:ext cx="0" cy="53144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D674D0E-8835-55FD-3E0A-0DA1A53D25F7}"/>
              </a:ext>
            </a:extLst>
          </p:cNvPr>
          <p:cNvSpPr txBox="1"/>
          <p:nvPr/>
        </p:nvSpPr>
        <p:spPr>
          <a:xfrm>
            <a:off x="5270772" y="2202159"/>
            <a:ext cx="5004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1"/>
                </a:solidFill>
              </a:rPr>
              <a:t>flex: 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BD376CD-D222-2FF3-8508-B145FEB09045}"/>
              </a:ext>
            </a:extLst>
          </p:cNvPr>
          <p:cNvSpPr txBox="1"/>
          <p:nvPr/>
        </p:nvSpPr>
        <p:spPr>
          <a:xfrm>
            <a:off x="5270772" y="1584863"/>
            <a:ext cx="5004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1"/>
                </a:solidFill>
              </a:rPr>
              <a:t>flex: 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0982534-E0A6-BF5B-E19B-D0EFDEB4BB76}"/>
              </a:ext>
            </a:extLst>
          </p:cNvPr>
          <p:cNvSpPr txBox="1"/>
          <p:nvPr/>
        </p:nvSpPr>
        <p:spPr>
          <a:xfrm>
            <a:off x="5256197" y="947093"/>
            <a:ext cx="5004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1"/>
                </a:solidFill>
              </a:rPr>
              <a:t>flex: 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A55FCE-5342-B0AE-9E4E-AAE6E6550764}"/>
              </a:ext>
            </a:extLst>
          </p:cNvPr>
          <p:cNvSpPr txBox="1"/>
          <p:nvPr/>
        </p:nvSpPr>
        <p:spPr>
          <a:xfrm>
            <a:off x="5270772" y="2776394"/>
            <a:ext cx="5004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1"/>
                </a:solidFill>
              </a:rPr>
              <a:t>flex: 1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66622721-3BD4-252A-F623-0D44E32CE7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569" y="3851891"/>
            <a:ext cx="4848186" cy="515422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F76634D6-E602-B667-345C-550E101EB6E9}"/>
              </a:ext>
            </a:extLst>
          </p:cNvPr>
          <p:cNvSpPr txBox="1"/>
          <p:nvPr/>
        </p:nvSpPr>
        <p:spPr>
          <a:xfrm>
            <a:off x="187570" y="3851889"/>
            <a:ext cx="490348" cy="488463"/>
          </a:xfrm>
          <a:prstGeom prst="rect">
            <a:avLst/>
          </a:prstGeom>
          <a:noFill/>
          <a:ln>
            <a:solidFill>
              <a:srgbClr val="FF0000"/>
            </a:solidFill>
            <a:prstDash val="lgDash"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5E1A447-5344-6798-2AE5-5756966C34F7}"/>
              </a:ext>
            </a:extLst>
          </p:cNvPr>
          <p:cNvSpPr txBox="1"/>
          <p:nvPr/>
        </p:nvSpPr>
        <p:spPr>
          <a:xfrm>
            <a:off x="4527129" y="3851888"/>
            <a:ext cx="490348" cy="488463"/>
          </a:xfrm>
          <a:prstGeom prst="rect">
            <a:avLst/>
          </a:prstGeom>
          <a:noFill/>
          <a:ln>
            <a:solidFill>
              <a:srgbClr val="FF0000"/>
            </a:solidFill>
            <a:prstDash val="lgDash"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0E68648-5D1F-131F-7929-3ED236CD19E3}"/>
              </a:ext>
            </a:extLst>
          </p:cNvPr>
          <p:cNvSpPr/>
          <p:nvPr/>
        </p:nvSpPr>
        <p:spPr>
          <a:xfrm>
            <a:off x="187569" y="4538548"/>
            <a:ext cx="490349" cy="488463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icon1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1FC558C-812A-2451-23C6-BE53E7B984C6}"/>
              </a:ext>
            </a:extLst>
          </p:cNvPr>
          <p:cNvSpPr/>
          <p:nvPr/>
        </p:nvSpPr>
        <p:spPr>
          <a:xfrm>
            <a:off x="4545406" y="4538548"/>
            <a:ext cx="490349" cy="488463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icon2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77AA669-651C-2DC0-6075-324DB62EBCFB}"/>
              </a:ext>
            </a:extLst>
          </p:cNvPr>
          <p:cNvSpPr/>
          <p:nvPr/>
        </p:nvSpPr>
        <p:spPr>
          <a:xfrm>
            <a:off x="702293" y="4538548"/>
            <a:ext cx="3824836" cy="48846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content-name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689722D-25AD-BBB2-A542-A4D4B36A19F2}"/>
              </a:ext>
            </a:extLst>
          </p:cNvPr>
          <p:cNvCxnSpPr/>
          <p:nvPr/>
        </p:nvCxnSpPr>
        <p:spPr>
          <a:xfrm>
            <a:off x="163194" y="5138928"/>
            <a:ext cx="51472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5431236-4714-FBDC-9B74-43386448EC4C}"/>
              </a:ext>
            </a:extLst>
          </p:cNvPr>
          <p:cNvCxnSpPr/>
          <p:nvPr/>
        </p:nvCxnSpPr>
        <p:spPr>
          <a:xfrm>
            <a:off x="4545406" y="5138928"/>
            <a:ext cx="51472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8D70A96-A36B-3304-BF02-6D2354D4E043}"/>
              </a:ext>
            </a:extLst>
          </p:cNvPr>
          <p:cNvCxnSpPr>
            <a:cxnSpLocks/>
          </p:cNvCxnSpPr>
          <p:nvPr/>
        </p:nvCxnSpPr>
        <p:spPr>
          <a:xfrm>
            <a:off x="702294" y="5138928"/>
            <a:ext cx="384311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D7C47D27-086C-A420-60ED-7A2A062A530C}"/>
              </a:ext>
            </a:extLst>
          </p:cNvPr>
          <p:cNvSpPr txBox="1"/>
          <p:nvPr/>
        </p:nvSpPr>
        <p:spPr>
          <a:xfrm>
            <a:off x="4569782" y="5138927"/>
            <a:ext cx="5004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1"/>
                </a:solidFill>
              </a:rPr>
              <a:t>flex: 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F7C33C6-85B7-D041-B1C6-64DCC91A44B7}"/>
              </a:ext>
            </a:extLst>
          </p:cNvPr>
          <p:cNvSpPr txBox="1"/>
          <p:nvPr/>
        </p:nvSpPr>
        <p:spPr>
          <a:xfrm>
            <a:off x="181865" y="5163697"/>
            <a:ext cx="5004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1"/>
                </a:solidFill>
              </a:rPr>
              <a:t>flex: 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657C1E2-E849-9D04-39BC-540551FCD79F}"/>
              </a:ext>
            </a:extLst>
          </p:cNvPr>
          <p:cNvSpPr txBox="1"/>
          <p:nvPr/>
        </p:nvSpPr>
        <p:spPr>
          <a:xfrm>
            <a:off x="2361433" y="5145446"/>
            <a:ext cx="5004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1"/>
                </a:solidFill>
              </a:rPr>
              <a:t>flex: 5</a:t>
            </a:r>
          </a:p>
        </p:txBody>
      </p:sp>
    </p:spTree>
    <p:extLst>
      <p:ext uri="{BB962C8B-B14F-4D97-AF65-F5344CB8AC3E}">
        <p14:creationId xmlns:p14="http://schemas.microsoft.com/office/powerpoint/2010/main" val="3167197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04946-8834-548D-E79B-78B43869B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AC9292-135D-A420-C175-B8E5ECAA1F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986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A38FA-29FE-A7E1-B857-D0F64EAFF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0BD946-E16D-0826-3C1F-DD58645BA1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125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2376B-BB49-BE0A-4A0D-6CCB5DF54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773A2-1F97-C96A-EFF0-D040D1A21A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45917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198</Words>
  <Application>Microsoft Office PowerPoint</Application>
  <PresentationFormat>Widescreen</PresentationFormat>
  <Paragraphs>122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Ronan Ogor</dc:creator>
  <cp:lastModifiedBy>SO Channolly</cp:lastModifiedBy>
  <cp:revision>3</cp:revision>
  <dcterms:created xsi:type="dcterms:W3CDTF">2024-08-04T11:27:57Z</dcterms:created>
  <dcterms:modified xsi:type="dcterms:W3CDTF">2025-11-04T16:56:07Z</dcterms:modified>
</cp:coreProperties>
</file>